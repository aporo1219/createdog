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62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77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77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69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87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1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66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83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02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33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BC423-CDDF-4ECF-8343-D641C2C7884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CE553-934F-4BD0-8D4E-4BBBAD04DC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67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597019" y="745107"/>
            <a:ext cx="8940386" cy="5486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22475" y="329608"/>
            <a:ext cx="6340197" cy="8309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800" dirty="0" smtClean="0"/>
              <a:t>わんわん宇宙迎撃作戦</a:t>
            </a:r>
            <a:endParaRPr kumimoji="1" lang="ja-JP" altLang="en-US" sz="4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373668" y="6231507"/>
            <a:ext cx="2328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クリエイタ学科２年　坂口　耕汰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379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7</Words>
  <Application>Microsoft Office PowerPoint</Application>
  <PresentationFormat>A4 210 x 297 mm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GA2A</dc:creator>
  <cp:lastModifiedBy>GA2A</cp:lastModifiedBy>
  <cp:revision>2</cp:revision>
  <dcterms:created xsi:type="dcterms:W3CDTF">2026-01-15T07:16:51Z</dcterms:created>
  <dcterms:modified xsi:type="dcterms:W3CDTF">2026-01-15T07:27:04Z</dcterms:modified>
</cp:coreProperties>
</file>