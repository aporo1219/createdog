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7" autoAdjust="0"/>
    <p:restoredTop sz="94660"/>
  </p:normalViewPr>
  <p:slideViewPr>
    <p:cSldViewPr snapToGrid="0">
      <p:cViewPr varScale="1">
        <p:scale>
          <a:sx n="90" d="100"/>
          <a:sy n="90" d="100"/>
        </p:scale>
        <p:origin x="121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 smtClean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BC423-CDDF-4ECF-8343-D641C2C78842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E553-934F-4BD0-8D4E-4BBBAD04DC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36205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BC423-CDDF-4ECF-8343-D641C2C78842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E553-934F-4BD0-8D4E-4BBBAD04DC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778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BC423-CDDF-4ECF-8343-D641C2C78842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E553-934F-4BD0-8D4E-4BBBAD04DC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372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BC423-CDDF-4ECF-8343-D641C2C78842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E553-934F-4BD0-8D4E-4BBBAD04DC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6774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BC423-CDDF-4ECF-8343-D641C2C78842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E553-934F-4BD0-8D4E-4BBBAD04DC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699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BC423-CDDF-4ECF-8343-D641C2C78842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E553-934F-4BD0-8D4E-4BBBAD04DC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1874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BC423-CDDF-4ECF-8343-D641C2C78842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E553-934F-4BD0-8D4E-4BBBAD04DC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118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BC423-CDDF-4ECF-8343-D641C2C78842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E553-934F-4BD0-8D4E-4BBBAD04DC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7666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BC423-CDDF-4ECF-8343-D641C2C78842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E553-934F-4BD0-8D4E-4BBBAD04DC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6831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BC423-CDDF-4ECF-8343-D641C2C78842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E553-934F-4BD0-8D4E-4BBBAD04DC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1028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BC423-CDDF-4ECF-8343-D641C2C78842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E553-934F-4BD0-8D4E-4BBBAD04DC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33398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5BC423-CDDF-4ECF-8343-D641C2C78842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2CE553-934F-4BD0-8D4E-4BBBAD04DC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0677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597019" y="745107"/>
            <a:ext cx="8940386" cy="5486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1722475" y="329608"/>
            <a:ext cx="6340197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kumimoji="1" lang="ja-JP" altLang="en-US" sz="4800" dirty="0" smtClean="0">
                <a:solidFill>
                  <a:schemeClr val="tx1"/>
                </a:solidFill>
              </a:rPr>
              <a:t>わんわん宇宙迎撃作戦</a:t>
            </a:r>
            <a:endParaRPr kumimoji="1" lang="ja-JP" altLang="en-US" sz="4800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/>
          <p:cNvSpPr txBox="1"/>
          <p:nvPr/>
        </p:nvSpPr>
        <p:spPr>
          <a:xfrm>
            <a:off x="6294475" y="6211669"/>
            <a:ext cx="31523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 smtClean="0"/>
              <a:t>情報クリエイタ工学科２年　坂口　耕汰</a:t>
            </a:r>
            <a:endParaRPr kumimoji="1" lang="ja-JP" altLang="en-US" dirty="0"/>
          </a:p>
        </p:txBody>
      </p:sp>
      <p:sp>
        <p:nvSpPr>
          <p:cNvPr id="2" name="テキスト ボックス 1"/>
          <p:cNvSpPr txBox="1"/>
          <p:nvPr/>
        </p:nvSpPr>
        <p:spPr>
          <a:xfrm>
            <a:off x="1568586" y="1275538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 smtClean="0">
                <a:solidFill>
                  <a:srgbClr val="FF0000"/>
                </a:solidFill>
              </a:rPr>
              <a:t>　　　　　制限時間まで</a:t>
            </a:r>
            <a:r>
              <a:rPr lang="ja-JP" altLang="en-US" sz="2400" dirty="0" smtClean="0">
                <a:solidFill>
                  <a:srgbClr val="FF0000"/>
                </a:solidFill>
              </a:rPr>
              <a:t>犬</a:t>
            </a:r>
            <a:r>
              <a:rPr lang="ja-JP" altLang="en-US" sz="2400" dirty="0">
                <a:solidFill>
                  <a:srgbClr val="FF0000"/>
                </a:solidFill>
              </a:rPr>
              <a:t>を</a:t>
            </a:r>
            <a:r>
              <a:rPr lang="ja-JP" altLang="en-US" sz="2400" dirty="0" smtClean="0">
                <a:solidFill>
                  <a:srgbClr val="FF0000"/>
                </a:solidFill>
              </a:rPr>
              <a:t>指示して</a:t>
            </a:r>
            <a:endParaRPr lang="en-US" altLang="ja-JP" sz="2400" dirty="0" smtClean="0">
              <a:solidFill>
                <a:srgbClr val="FF0000"/>
              </a:solidFill>
            </a:endParaRPr>
          </a:p>
          <a:p>
            <a:r>
              <a:rPr lang="ja-JP" altLang="en-US" sz="2400" dirty="0" smtClean="0">
                <a:solidFill>
                  <a:srgbClr val="FF0000"/>
                </a:solidFill>
              </a:rPr>
              <a:t>エイリアン</a:t>
            </a:r>
            <a:r>
              <a:rPr lang="ja-JP" altLang="en-US" sz="2400">
                <a:solidFill>
                  <a:srgbClr val="FF0000"/>
                </a:solidFill>
              </a:rPr>
              <a:t>を</a:t>
            </a:r>
            <a:r>
              <a:rPr lang="ja-JP" altLang="en-US" sz="2400" smtClean="0">
                <a:solidFill>
                  <a:srgbClr val="FF0000"/>
                </a:solidFill>
              </a:rPr>
              <a:t>倒し、ハイスコア</a:t>
            </a:r>
            <a:r>
              <a:rPr lang="ja-JP" altLang="en-US" sz="2400" dirty="0" smtClean="0">
                <a:solidFill>
                  <a:srgbClr val="FF0000"/>
                </a:solidFill>
              </a:rPr>
              <a:t>を目指そう！！</a:t>
            </a:r>
            <a:endParaRPr kumimoji="1" lang="ja-JP" altLang="en-US" sz="2400" dirty="0">
              <a:solidFill>
                <a:srgbClr val="FF0000"/>
              </a:solidFill>
            </a:endParaRPr>
          </a:p>
        </p:txBody>
      </p:sp>
      <p:pic>
        <p:nvPicPr>
          <p:cNvPr id="3" name="図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692" y="2279797"/>
            <a:ext cx="1230820" cy="1059780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67076">
            <a:off x="8301231" y="1615549"/>
            <a:ext cx="1151504" cy="1970124"/>
          </a:xfrm>
          <a:prstGeom prst="rect">
            <a:avLst/>
          </a:prstGeom>
        </p:spPr>
      </p:pic>
      <p:sp>
        <p:nvSpPr>
          <p:cNvPr id="12" name="正方形/長方形 11"/>
          <p:cNvSpPr/>
          <p:nvPr/>
        </p:nvSpPr>
        <p:spPr>
          <a:xfrm>
            <a:off x="597019" y="3030069"/>
            <a:ext cx="4581037" cy="11389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/>
          <p:cNvSpPr/>
          <p:nvPr/>
        </p:nvSpPr>
        <p:spPr>
          <a:xfrm>
            <a:off x="1892661" y="2812102"/>
            <a:ext cx="2094613" cy="4359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操作方法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597019" y="3245691"/>
            <a:ext cx="46858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マウスの右クリック</a:t>
            </a:r>
            <a:r>
              <a:rPr kumimoji="1" lang="en-US" altLang="ja-JP" dirty="0" smtClean="0"/>
              <a:t>+</a:t>
            </a:r>
            <a:r>
              <a:rPr kumimoji="1" lang="ja-JP" altLang="en-US" dirty="0" smtClean="0"/>
              <a:t>マウス移動：</a:t>
            </a:r>
            <a:r>
              <a:rPr kumimoji="1" lang="ja-JP" altLang="en-US" dirty="0" smtClean="0">
                <a:solidFill>
                  <a:srgbClr val="FF0000"/>
                </a:solidFill>
              </a:rPr>
              <a:t>視点操作</a:t>
            </a:r>
            <a:endParaRPr kumimoji="1" lang="en-US" altLang="ja-JP" dirty="0" smtClean="0">
              <a:solidFill>
                <a:srgbClr val="FF0000"/>
              </a:solidFill>
            </a:endParaRPr>
          </a:p>
          <a:p>
            <a:r>
              <a:rPr kumimoji="1" lang="en-US" altLang="ja-JP" dirty="0" smtClean="0"/>
              <a:t>Q</a:t>
            </a:r>
            <a:r>
              <a:rPr kumimoji="1" lang="ja-JP" altLang="en-US" dirty="0" smtClean="0"/>
              <a:t>キー：</a:t>
            </a:r>
            <a:r>
              <a:rPr kumimoji="1" lang="ja-JP" altLang="en-US" dirty="0" smtClean="0">
                <a:solidFill>
                  <a:srgbClr val="FF0000"/>
                </a:solidFill>
              </a:rPr>
              <a:t>移動・攻撃切り替え</a:t>
            </a:r>
            <a:endParaRPr kumimoji="1" lang="en-US" altLang="ja-JP" dirty="0" smtClean="0">
              <a:solidFill>
                <a:srgbClr val="FF0000"/>
              </a:solidFill>
            </a:endParaRPr>
          </a:p>
          <a:p>
            <a:r>
              <a:rPr lang="ja-JP" altLang="en-US" dirty="0" smtClean="0"/>
              <a:t>スペースキー：</a:t>
            </a:r>
            <a:r>
              <a:rPr lang="ja-JP" altLang="en-US" dirty="0" smtClean="0">
                <a:solidFill>
                  <a:srgbClr val="FF0000"/>
                </a:solidFill>
              </a:rPr>
              <a:t>ジャンプ</a:t>
            </a:r>
            <a:endParaRPr lang="en-US" altLang="ja-JP" dirty="0" smtClean="0">
              <a:solidFill>
                <a:srgbClr val="FF0000"/>
              </a:solidFill>
            </a:endParaRPr>
          </a:p>
        </p:txBody>
      </p:sp>
      <p:sp>
        <p:nvSpPr>
          <p:cNvPr id="14" name="正方形/長方形 13"/>
          <p:cNvSpPr/>
          <p:nvPr/>
        </p:nvSpPr>
        <p:spPr>
          <a:xfrm>
            <a:off x="597019" y="4387785"/>
            <a:ext cx="1951495" cy="15983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左</a:t>
            </a:r>
            <a:r>
              <a:rPr lang="ja-JP" altLang="en-US" dirty="0" smtClean="0">
                <a:solidFill>
                  <a:schemeClr val="tx1"/>
                </a:solidFill>
              </a:rPr>
              <a:t>クリック</a:t>
            </a:r>
            <a:endParaRPr lang="en-US" altLang="ja-JP" dirty="0" smtClean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 smtClean="0">
                <a:solidFill>
                  <a:srgbClr val="FF0000"/>
                </a:solidFill>
              </a:rPr>
              <a:t>カーソル位置に移動</a:t>
            </a:r>
            <a:endParaRPr kumimoji="1" lang="en-US" altLang="ja-JP" dirty="0" smtClean="0">
              <a:solidFill>
                <a:srgbClr val="FF0000"/>
              </a:solidFill>
            </a:endParaRPr>
          </a:p>
          <a:p>
            <a:pPr algn="ctr"/>
            <a:r>
              <a:rPr lang="en-US" altLang="ja-JP" dirty="0" smtClean="0">
                <a:solidFill>
                  <a:srgbClr val="FF0000"/>
                </a:solidFill>
              </a:rPr>
              <a:t>※</a:t>
            </a:r>
            <a:r>
              <a:rPr lang="ja-JP" altLang="en-US" dirty="0" smtClean="0">
                <a:solidFill>
                  <a:srgbClr val="FF0000"/>
                </a:solidFill>
              </a:rPr>
              <a:t>攻撃できない</a:t>
            </a:r>
            <a:endParaRPr kumimoji="1" lang="en-US" altLang="ja-JP" dirty="0" smtClean="0">
              <a:solidFill>
                <a:srgbClr val="FF0000"/>
              </a:solidFill>
            </a:endParaRPr>
          </a:p>
        </p:txBody>
      </p:sp>
      <p:sp>
        <p:nvSpPr>
          <p:cNvPr id="13" name="正方形/長方形 12"/>
          <p:cNvSpPr/>
          <p:nvPr/>
        </p:nvSpPr>
        <p:spPr>
          <a:xfrm>
            <a:off x="797442" y="4169021"/>
            <a:ext cx="1360967" cy="437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移動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正方形/長方形 14"/>
          <p:cNvSpPr/>
          <p:nvPr/>
        </p:nvSpPr>
        <p:spPr>
          <a:xfrm>
            <a:off x="2544492" y="4391497"/>
            <a:ext cx="1951495" cy="15983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左</a:t>
            </a:r>
            <a:r>
              <a:rPr lang="ja-JP" altLang="en-US" dirty="0" smtClean="0">
                <a:solidFill>
                  <a:schemeClr val="tx1"/>
                </a:solidFill>
              </a:rPr>
              <a:t>クリック</a:t>
            </a:r>
            <a:endParaRPr lang="en-US" altLang="ja-JP" dirty="0" smtClean="0">
              <a:solidFill>
                <a:schemeClr val="tx1"/>
              </a:solidFill>
            </a:endParaRPr>
          </a:p>
          <a:p>
            <a:pPr algn="ctr"/>
            <a:r>
              <a:rPr lang="ja-JP" altLang="en-US" dirty="0" smtClean="0">
                <a:solidFill>
                  <a:srgbClr val="FF0000"/>
                </a:solidFill>
              </a:rPr>
              <a:t>攻撃</a:t>
            </a:r>
            <a:endParaRPr lang="en-US" altLang="ja-JP" dirty="0" smtClean="0">
              <a:solidFill>
                <a:srgbClr val="FF0000"/>
              </a:solidFill>
            </a:endParaRPr>
          </a:p>
          <a:p>
            <a:pPr algn="ctr"/>
            <a:r>
              <a:rPr lang="en-US" altLang="ja-JP" dirty="0" smtClean="0">
                <a:solidFill>
                  <a:srgbClr val="FF0000"/>
                </a:solidFill>
              </a:rPr>
              <a:t>※</a:t>
            </a:r>
            <a:r>
              <a:rPr lang="ja-JP" altLang="en-US" dirty="0">
                <a:solidFill>
                  <a:srgbClr val="FF0000"/>
                </a:solidFill>
              </a:rPr>
              <a:t>移動</a:t>
            </a:r>
            <a:r>
              <a:rPr lang="ja-JP" altLang="en-US" dirty="0" smtClean="0">
                <a:solidFill>
                  <a:srgbClr val="FF0000"/>
                </a:solidFill>
              </a:rPr>
              <a:t>できない</a:t>
            </a:r>
            <a:endParaRPr kumimoji="1" lang="en-US" altLang="ja-JP" dirty="0" smtClean="0">
              <a:solidFill>
                <a:srgbClr val="FF0000"/>
              </a:solidFill>
            </a:endParaRPr>
          </a:p>
        </p:txBody>
      </p:sp>
      <p:sp>
        <p:nvSpPr>
          <p:cNvPr id="16" name="正方形/長方形 15"/>
          <p:cNvSpPr/>
          <p:nvPr/>
        </p:nvSpPr>
        <p:spPr>
          <a:xfrm>
            <a:off x="2744915" y="4172733"/>
            <a:ext cx="1360967" cy="437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攻撃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pic>
        <p:nvPicPr>
          <p:cNvPr id="17" name="図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5983" y="3755617"/>
            <a:ext cx="4100582" cy="2043844"/>
          </a:xfrm>
          <a:prstGeom prst="rect">
            <a:avLst/>
          </a:prstGeom>
        </p:spPr>
      </p:pic>
      <p:sp>
        <p:nvSpPr>
          <p:cNvPr id="18" name="楕円 17"/>
          <p:cNvSpPr/>
          <p:nvPr/>
        </p:nvSpPr>
        <p:spPr>
          <a:xfrm>
            <a:off x="7802016" y="2164607"/>
            <a:ext cx="414544" cy="4360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3792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</TotalTime>
  <Words>47</Words>
  <Application>Microsoft Office PowerPoint</Application>
  <PresentationFormat>A4 210 x 297 mm</PresentationFormat>
  <Paragraphs>16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游ゴシック</vt:lpstr>
      <vt:lpstr>游ゴシック Light</vt:lpstr>
      <vt:lpstr>Arial</vt:lpstr>
      <vt:lpstr>Calibri</vt:lpstr>
      <vt:lpstr>Calibri Light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GA2A</dc:creator>
  <cp:lastModifiedBy>GA2A</cp:lastModifiedBy>
  <cp:revision>8</cp:revision>
  <dcterms:created xsi:type="dcterms:W3CDTF">2026-01-15T07:16:51Z</dcterms:created>
  <dcterms:modified xsi:type="dcterms:W3CDTF">2026-01-22T05:17:42Z</dcterms:modified>
</cp:coreProperties>
</file>