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065" autoAdjust="0"/>
  </p:normalViewPr>
  <p:slideViewPr>
    <p:cSldViewPr snapToGrid="0">
      <p:cViewPr varScale="1">
        <p:scale>
          <a:sx n="82" d="100"/>
          <a:sy n="82" d="100"/>
        </p:scale>
        <p:origin x="9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smtClean="0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EE310-EC55-4FE5-9459-5D3CEDE369C6}" type="datetimeFigureOut">
              <a:rPr kumimoji="1" lang="ja-JP" altLang="en-US" smtClean="0"/>
              <a:t>2025/12/11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5D781-F744-444C-86C8-C6ECC167A7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9262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EE310-EC55-4FE5-9459-5D3CEDE369C6}" type="datetimeFigureOut">
              <a:rPr kumimoji="1" lang="ja-JP" altLang="en-US" smtClean="0"/>
              <a:t>2025/12/11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5D781-F744-444C-86C8-C6ECC167A7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8347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EE310-EC55-4FE5-9459-5D3CEDE369C6}" type="datetimeFigureOut">
              <a:rPr kumimoji="1" lang="ja-JP" altLang="en-US" smtClean="0"/>
              <a:t>2025/12/11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5D781-F744-444C-86C8-C6ECC167A7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3164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EE310-EC55-4FE5-9459-5D3CEDE369C6}" type="datetimeFigureOut">
              <a:rPr kumimoji="1" lang="ja-JP" altLang="en-US" smtClean="0"/>
              <a:t>2025/12/11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5D781-F744-444C-86C8-C6ECC167A7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965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EE310-EC55-4FE5-9459-5D3CEDE369C6}" type="datetimeFigureOut">
              <a:rPr kumimoji="1" lang="ja-JP" altLang="en-US" smtClean="0"/>
              <a:t>2025/12/11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5D781-F744-444C-86C8-C6ECC167A7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6317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EE310-EC55-4FE5-9459-5D3CEDE369C6}" type="datetimeFigureOut">
              <a:rPr kumimoji="1" lang="ja-JP" altLang="en-US" smtClean="0"/>
              <a:t>2025/12/11</a:t>
            </a:fld>
            <a:endParaRPr kumimoji="1" lang="ja-JP" alt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5D781-F744-444C-86C8-C6ECC167A7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0048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EE310-EC55-4FE5-9459-5D3CEDE369C6}" type="datetimeFigureOut">
              <a:rPr kumimoji="1" lang="ja-JP" altLang="en-US" smtClean="0"/>
              <a:t>2025/12/11</a:t>
            </a:fld>
            <a:endParaRPr kumimoji="1" lang="ja-JP" alt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5D781-F744-444C-86C8-C6ECC167A7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3017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EE310-EC55-4FE5-9459-5D3CEDE369C6}" type="datetimeFigureOut">
              <a:rPr kumimoji="1" lang="ja-JP" altLang="en-US" smtClean="0"/>
              <a:t>2025/12/11</a:t>
            </a:fld>
            <a:endParaRPr kumimoji="1" lang="ja-JP" alt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5D781-F744-444C-86C8-C6ECC167A7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4959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 smtClean="0"/>
              <a:t>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EE310-EC55-4FE5-9459-5D3CEDE369C6}" type="datetimeFigureOut">
              <a:rPr kumimoji="1" lang="ja-JP" altLang="en-US" smtClean="0"/>
              <a:t>2025/12/11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5D781-F744-444C-86C8-C6ECC167A7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9831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パノラマ写真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 smtClean="0"/>
              <a:t>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EE310-EC55-4FE5-9459-5D3CEDE369C6}" type="datetimeFigureOut">
              <a:rPr kumimoji="1" lang="ja-JP" altLang="en-US" smtClean="0"/>
              <a:t>2025/12/11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5D781-F744-444C-86C8-C6ECC167A7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8641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EE310-EC55-4FE5-9459-5D3CEDE369C6}" type="datetimeFigureOut">
              <a:rPr kumimoji="1" lang="ja-JP" altLang="en-US" smtClean="0"/>
              <a:t>2025/12/11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5D781-F744-444C-86C8-C6ECC167A7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17376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ja-JP" altLang="en-US" smtClean="0"/>
              <a:t>マスター テキストの書式設定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EE310-EC55-4FE5-9459-5D3CEDE369C6}" type="datetimeFigureOut">
              <a:rPr kumimoji="1" lang="ja-JP" altLang="en-US" smtClean="0"/>
              <a:t>2025/12/11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5D781-F744-444C-86C8-C6ECC167A75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984900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EE310-EC55-4FE5-9459-5D3CEDE369C6}" type="datetimeFigureOut">
              <a:rPr kumimoji="1" lang="ja-JP" altLang="en-US" smtClean="0"/>
              <a:t>2025/12/11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5D781-F744-444C-86C8-C6ECC167A7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02010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EE310-EC55-4FE5-9459-5D3CEDE369C6}" type="datetimeFigureOut">
              <a:rPr kumimoji="1" lang="ja-JP" altLang="en-US" smtClean="0"/>
              <a:t>2025/12/11</a:t>
            </a:fld>
            <a:endParaRPr kumimoji="1" lang="ja-JP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5D781-F744-444C-86C8-C6ECC167A7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88249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つの画像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 smtClean="0"/>
              <a:t>図を追加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 smtClean="0"/>
              <a:t>図を追加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 smtClean="0"/>
              <a:t>図を追加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EE310-EC55-4FE5-9459-5D3CEDE369C6}" type="datetimeFigureOut">
              <a:rPr kumimoji="1" lang="ja-JP" altLang="en-US" smtClean="0"/>
              <a:t>2025/12/11</a:t>
            </a:fld>
            <a:endParaRPr kumimoji="1" lang="ja-JP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5D781-F744-444C-86C8-C6ECC167A7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69956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EE310-EC55-4FE5-9459-5D3CEDE369C6}" type="datetimeFigureOut">
              <a:rPr kumimoji="1" lang="ja-JP" altLang="en-US" smtClean="0"/>
              <a:t>2025/12/11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5D781-F744-444C-86C8-C6ECC167A7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85072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EE310-EC55-4FE5-9459-5D3CEDE369C6}" type="datetimeFigureOut">
              <a:rPr kumimoji="1" lang="ja-JP" altLang="en-US" smtClean="0"/>
              <a:t>2025/12/11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5D781-F744-444C-86C8-C6ECC167A7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6811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021EE310-EC55-4FE5-9459-5D3CEDE369C6}" type="datetimeFigureOut">
              <a:rPr kumimoji="1" lang="ja-JP" altLang="en-US" smtClean="0"/>
              <a:t>2025/12/11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55D781-F744-444C-86C8-C6ECC167A7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13820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kumimoji="1"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kumimoji="1"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kumimoji="1"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kumimoji="1"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kumimoji="1"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kumimoji="1"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kumimoji="1"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kumimoji="1"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kumimoji="1"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kumimoji="1"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423416" y="2028254"/>
            <a:ext cx="9144000" cy="2387600"/>
          </a:xfrm>
        </p:spPr>
        <p:txBody>
          <a:bodyPr/>
          <a:lstStyle/>
          <a:p>
            <a:pPr algn="ctr"/>
            <a:r>
              <a:rPr kumimoji="1" lang="ja-JP" altLang="en-US" dirty="0" smtClean="0"/>
              <a:t>わんわん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宇宙迎撃作戦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lang="ja-JP" altLang="en-US" dirty="0">
                <a:solidFill>
                  <a:srgbClr val="FF0000"/>
                </a:solidFill>
              </a:rPr>
              <a:t>企画書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807208" y="4718304"/>
            <a:ext cx="589616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名前：坂口　耕汰</a:t>
            </a:r>
            <a:endParaRPr kumimoji="1" lang="en-US" altLang="ja-JP" dirty="0" smtClean="0"/>
          </a:p>
          <a:p>
            <a:r>
              <a:rPr lang="ja-JP" altLang="en-US" dirty="0" smtClean="0"/>
              <a:t>ゲームジャンル：３</a:t>
            </a:r>
            <a:r>
              <a:rPr lang="en-US" altLang="ja-JP" dirty="0" smtClean="0"/>
              <a:t>D</a:t>
            </a:r>
            <a:r>
              <a:rPr lang="ja-JP" altLang="en-US" dirty="0" smtClean="0"/>
              <a:t>サードパーソンアクションゲーム</a:t>
            </a:r>
            <a:endParaRPr kumimoji="1" lang="en-US" altLang="ja-JP" dirty="0" smtClean="0"/>
          </a:p>
          <a:p>
            <a:r>
              <a:rPr kumimoji="1" lang="ja-JP" altLang="en-US" dirty="0" smtClean="0"/>
              <a:t>使用エンジン：</a:t>
            </a:r>
            <a:r>
              <a:rPr kumimoji="1" lang="en-US" altLang="ja-JP" dirty="0" smtClean="0"/>
              <a:t>Unreal</a:t>
            </a:r>
            <a:r>
              <a:rPr kumimoji="1" lang="ja-JP" altLang="en-US" dirty="0" smtClean="0"/>
              <a:t>　</a:t>
            </a:r>
            <a:r>
              <a:rPr kumimoji="1" lang="en-US" altLang="ja-JP" dirty="0" smtClean="0"/>
              <a:t>version5.5</a:t>
            </a:r>
          </a:p>
          <a:p>
            <a:r>
              <a:rPr lang="ja-JP" altLang="en-US" dirty="0"/>
              <a:t>使用</a:t>
            </a:r>
            <a:r>
              <a:rPr lang="ja-JP" altLang="en-US" dirty="0" smtClean="0"/>
              <a:t>ハード</a:t>
            </a:r>
            <a:r>
              <a:rPr lang="en-US" altLang="ja-JP" dirty="0" smtClean="0"/>
              <a:t>:</a:t>
            </a:r>
            <a:r>
              <a:rPr lang="ja-JP" altLang="en-US" dirty="0" smtClean="0"/>
              <a:t>パソコン</a:t>
            </a:r>
            <a:endParaRPr lang="en-US" altLang="ja-JP" dirty="0" smtClean="0"/>
          </a:p>
          <a:p>
            <a:r>
              <a:rPr lang="ja-JP" altLang="en-US" dirty="0" smtClean="0"/>
              <a:t>プレイ人数：１人</a:t>
            </a:r>
            <a:endParaRPr kumimoji="1" lang="ja-JP" altLang="en-US" dirty="0"/>
          </a:p>
        </p:txBody>
      </p:sp>
      <p:sp>
        <p:nvSpPr>
          <p:cNvPr id="5" name="正方形/長方形 4"/>
          <p:cNvSpPr/>
          <p:nvPr/>
        </p:nvSpPr>
        <p:spPr>
          <a:xfrm>
            <a:off x="2734056" y="4718304"/>
            <a:ext cx="6181344" cy="167335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1767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178130" y="267686"/>
            <a:ext cx="68461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dirty="0" smtClean="0">
                <a:solidFill>
                  <a:srgbClr val="FF0000"/>
                </a:solidFill>
              </a:rPr>
              <a:t>ゲームのコンセプト</a:t>
            </a:r>
            <a:endParaRPr kumimoji="1" lang="ja-JP" altLang="en-US" sz="4000" dirty="0">
              <a:solidFill>
                <a:srgbClr val="FF0000"/>
              </a:solidFill>
            </a:endParaRP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178130" y="1280709"/>
            <a:ext cx="1175193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200" u="sng" dirty="0"/>
              <a:t>かわいい</a:t>
            </a:r>
            <a:r>
              <a:rPr lang="ja-JP" altLang="en-US" sz="2200" u="sng" dirty="0" smtClean="0"/>
              <a:t>犬がエイリアンと戦う、惑星環境ギミック付きサードパーソン・アクションゲーム</a:t>
            </a:r>
            <a:endParaRPr kumimoji="1" lang="ja-JP" altLang="en-US" sz="2200" u="sng" dirty="0"/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338447" y="2541320"/>
            <a:ext cx="11572399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 smtClean="0"/>
              <a:t>・制限時間が</a:t>
            </a:r>
            <a:r>
              <a:rPr lang="ja-JP" altLang="en-US" sz="2400" dirty="0"/>
              <a:t>あること</a:t>
            </a:r>
            <a:r>
              <a:rPr lang="ja-JP" altLang="en-US" sz="2400" dirty="0" smtClean="0"/>
              <a:t>で緊張感と敵を殲滅してクリアする爽快感があるがあります</a:t>
            </a:r>
            <a:endParaRPr lang="en-US" altLang="ja-JP" sz="2400" dirty="0" smtClean="0"/>
          </a:p>
          <a:p>
            <a:endParaRPr kumimoji="1" lang="en-US" altLang="ja-JP" sz="2400" dirty="0"/>
          </a:p>
          <a:p>
            <a:r>
              <a:rPr lang="ja-JP" altLang="en-US" sz="2400" dirty="0" smtClean="0"/>
              <a:t>・ステージクリア後にスコアが表示されるので、繰り返し遊ぶことができます</a:t>
            </a:r>
            <a:endParaRPr lang="en-US" altLang="ja-JP" sz="2400" dirty="0" smtClean="0"/>
          </a:p>
          <a:p>
            <a:endParaRPr kumimoji="1" lang="en-US" altLang="ja-JP" sz="2400" dirty="0"/>
          </a:p>
          <a:p>
            <a:r>
              <a:rPr lang="ja-JP" altLang="en-US" sz="2400" dirty="0" smtClean="0"/>
              <a:t>・犬が主人公なのでかわいさがあります</a:t>
            </a:r>
            <a:endParaRPr lang="en-US" altLang="ja-JP" sz="2400" dirty="0" smtClean="0"/>
          </a:p>
          <a:p>
            <a:endParaRPr kumimoji="1" lang="en-US" altLang="ja-JP" sz="2400" dirty="0"/>
          </a:p>
          <a:p>
            <a:r>
              <a:rPr lang="ja-JP" altLang="en-US" sz="2400" dirty="0" smtClean="0"/>
              <a:t>・ステージごとに違うギミックにより攻略体験ができます</a:t>
            </a:r>
            <a:endParaRPr lang="en-US" altLang="ja-JP" sz="2400" dirty="0" smtClean="0"/>
          </a:p>
        </p:txBody>
      </p:sp>
      <p:sp>
        <p:nvSpPr>
          <p:cNvPr id="13" name="正方形/長方形 12"/>
          <p:cNvSpPr/>
          <p:nvPr/>
        </p:nvSpPr>
        <p:spPr>
          <a:xfrm>
            <a:off x="249382" y="267686"/>
            <a:ext cx="4619501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/>
          <p:cNvSpPr/>
          <p:nvPr/>
        </p:nvSpPr>
        <p:spPr>
          <a:xfrm>
            <a:off x="338447" y="1864426"/>
            <a:ext cx="11376561" cy="4583875"/>
          </a:xfrm>
          <a:prstGeom prst="rect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058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335632" y="320526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dirty="0" smtClean="0">
                <a:solidFill>
                  <a:srgbClr val="FF0000"/>
                </a:solidFill>
              </a:rPr>
              <a:t>ゲーム</a:t>
            </a:r>
            <a:r>
              <a:rPr lang="ja-JP" altLang="en-US" sz="4000" dirty="0">
                <a:solidFill>
                  <a:srgbClr val="FF0000"/>
                </a:solidFill>
              </a:rPr>
              <a:t>内容</a:t>
            </a:r>
            <a:endParaRPr kumimoji="1" lang="ja-JP" altLang="en-US" sz="4000" dirty="0">
              <a:solidFill>
                <a:srgbClr val="FF0000"/>
              </a:solidFill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897355" y="1681283"/>
            <a:ext cx="8371459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 smtClean="0"/>
              <a:t>・３</a:t>
            </a:r>
            <a:r>
              <a:rPr kumimoji="1" lang="en-US" altLang="ja-JP" sz="2000" dirty="0" smtClean="0"/>
              <a:t>D</a:t>
            </a:r>
            <a:r>
              <a:rPr kumimoji="1" lang="ja-JP" altLang="en-US" sz="2000" dirty="0" smtClean="0"/>
              <a:t>の</a:t>
            </a:r>
            <a:r>
              <a:rPr kumimoji="1" lang="ja-JP" altLang="en-US" sz="2000" dirty="0" smtClean="0"/>
              <a:t>サードパーンアクションゲームです</a:t>
            </a:r>
            <a:endParaRPr kumimoji="1" lang="en-US" altLang="ja-JP" sz="2000" dirty="0" smtClean="0"/>
          </a:p>
          <a:p>
            <a:endParaRPr lang="en-US" altLang="ja-JP" sz="2000" dirty="0" smtClean="0"/>
          </a:p>
          <a:p>
            <a:r>
              <a:rPr lang="ja-JP" altLang="en-US" sz="2000" dirty="0"/>
              <a:t>・犬を指示</a:t>
            </a:r>
            <a:r>
              <a:rPr lang="ja-JP" altLang="en-US" sz="2000" dirty="0" smtClean="0"/>
              <a:t>して</a:t>
            </a:r>
            <a:r>
              <a:rPr lang="ja-JP" altLang="en-US" sz="2000" dirty="0"/>
              <a:t>行います</a:t>
            </a:r>
            <a:endParaRPr lang="ja-JP" altLang="en-US" sz="2000" dirty="0"/>
          </a:p>
          <a:p>
            <a:endParaRPr lang="en-US" altLang="ja-JP" sz="2000" dirty="0"/>
          </a:p>
          <a:p>
            <a:r>
              <a:rPr kumimoji="1" lang="ja-JP" altLang="en-US" sz="2000" dirty="0" smtClean="0"/>
              <a:t>・制限時間</a:t>
            </a:r>
            <a:r>
              <a:rPr lang="ja-JP" altLang="en-US" sz="2000" dirty="0" smtClean="0"/>
              <a:t>まで生き残れば</a:t>
            </a:r>
            <a:r>
              <a:rPr lang="ja-JP" altLang="en-US" sz="2000" dirty="0" smtClean="0"/>
              <a:t>ゲームクリアです</a:t>
            </a:r>
            <a:endParaRPr kumimoji="1" lang="en-US" altLang="ja-JP" sz="2000" dirty="0" smtClean="0"/>
          </a:p>
          <a:p>
            <a:endParaRPr lang="en-US" altLang="ja-JP" sz="2000" dirty="0"/>
          </a:p>
          <a:p>
            <a:r>
              <a:rPr kumimoji="1" lang="ja-JP" altLang="en-US" sz="2000" dirty="0" smtClean="0"/>
              <a:t>・</a:t>
            </a:r>
            <a:r>
              <a:rPr kumimoji="1" lang="en-US" altLang="ja-JP" sz="2000" dirty="0" smtClean="0"/>
              <a:t>HP</a:t>
            </a:r>
            <a:r>
              <a:rPr kumimoji="1" lang="ja-JP" altLang="en-US" sz="2000" dirty="0" smtClean="0"/>
              <a:t>がなくなったら</a:t>
            </a:r>
            <a:r>
              <a:rPr kumimoji="1" lang="ja-JP" altLang="en-US" sz="2000" dirty="0" smtClean="0"/>
              <a:t>ゲームオーバーです</a:t>
            </a:r>
            <a:endParaRPr kumimoji="1" lang="en-US" altLang="ja-JP" sz="2000" dirty="0" smtClean="0"/>
          </a:p>
          <a:p>
            <a:endParaRPr lang="en-US" altLang="ja-JP" sz="2000" dirty="0"/>
          </a:p>
          <a:p>
            <a:r>
              <a:rPr kumimoji="1" lang="ja-JP" altLang="en-US" sz="2000" dirty="0" smtClean="0"/>
              <a:t>・ステージによってギミック</a:t>
            </a:r>
            <a:r>
              <a:rPr kumimoji="1" lang="ja-JP" altLang="en-US" sz="2000" dirty="0" smtClean="0"/>
              <a:t>が</a:t>
            </a:r>
            <a:r>
              <a:rPr lang="ja-JP" altLang="en-US" sz="2000" dirty="0"/>
              <a:t>あります</a:t>
            </a:r>
            <a:endParaRPr kumimoji="1" lang="en-US" altLang="ja-JP" sz="2000" dirty="0" smtClean="0"/>
          </a:p>
          <a:p>
            <a:endParaRPr lang="en-US" altLang="ja-JP" sz="2000" dirty="0"/>
          </a:p>
          <a:p>
            <a:r>
              <a:rPr kumimoji="1" lang="ja-JP" altLang="en-US" sz="2000" dirty="0" smtClean="0"/>
              <a:t>・ステージは</a:t>
            </a:r>
            <a:r>
              <a:rPr kumimoji="1" lang="ja-JP" altLang="en-US" sz="2000" dirty="0" smtClean="0"/>
              <a:t>４個あります</a:t>
            </a:r>
            <a:endParaRPr kumimoji="1" lang="en-US" altLang="ja-JP" sz="2000" dirty="0" smtClean="0"/>
          </a:p>
          <a:p>
            <a:endParaRPr kumimoji="1" lang="en-US" altLang="ja-JP" sz="2000" dirty="0"/>
          </a:p>
          <a:p>
            <a:r>
              <a:rPr lang="ja-JP" altLang="en-US" sz="2000" dirty="0" smtClean="0"/>
              <a:t>・ステージクリア後にスコアが表示</a:t>
            </a:r>
            <a:r>
              <a:rPr lang="ja-JP" altLang="en-US" sz="2000" dirty="0" smtClean="0"/>
              <a:t>されます</a:t>
            </a:r>
            <a:endParaRPr lang="en-US" altLang="ja-JP" sz="2000" dirty="0" smtClean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335632" y="1201287"/>
            <a:ext cx="752000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200" u="sng" dirty="0" smtClean="0"/>
              <a:t>・犬</a:t>
            </a:r>
            <a:r>
              <a:rPr lang="ja-JP" altLang="en-US" sz="2200" u="sng" dirty="0"/>
              <a:t>を主人公にして</a:t>
            </a:r>
            <a:r>
              <a:rPr lang="ja-JP" altLang="en-US" sz="2200" u="sng" dirty="0" smtClean="0"/>
              <a:t>、エイリアン</a:t>
            </a:r>
            <a:r>
              <a:rPr lang="ja-JP" altLang="en-US" sz="2200" u="sng" dirty="0"/>
              <a:t>を倒し地球を守るゲーム</a:t>
            </a:r>
            <a:endParaRPr kumimoji="1" lang="ja-JP" altLang="en-US" sz="2200" u="sng" dirty="0"/>
          </a:p>
        </p:txBody>
      </p:sp>
      <p:sp>
        <p:nvSpPr>
          <p:cNvPr id="16" name="正方形/長方形 15"/>
          <p:cNvSpPr/>
          <p:nvPr/>
        </p:nvSpPr>
        <p:spPr>
          <a:xfrm>
            <a:off x="302821" y="284954"/>
            <a:ext cx="2784763" cy="7434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/>
          <p:cNvSpPr/>
          <p:nvPr/>
        </p:nvSpPr>
        <p:spPr>
          <a:xfrm>
            <a:off x="335632" y="1745673"/>
            <a:ext cx="10132467" cy="476794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8162" y="4334256"/>
            <a:ext cx="2108391" cy="2103120"/>
          </a:xfrm>
          <a:prstGeom prst="rect">
            <a:avLst/>
          </a:prstGeom>
        </p:spPr>
      </p:pic>
      <p:pic>
        <p:nvPicPr>
          <p:cNvPr id="3" name="図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373706">
            <a:off x="7986867" y="5413172"/>
            <a:ext cx="1108758" cy="105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048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/>
          <p:cNvSpPr txBox="1"/>
          <p:nvPr/>
        </p:nvSpPr>
        <p:spPr>
          <a:xfrm>
            <a:off x="172192" y="267195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000" dirty="0" smtClean="0">
                <a:solidFill>
                  <a:srgbClr val="FF0000"/>
                </a:solidFill>
              </a:rPr>
              <a:t>ゲーム画面</a:t>
            </a:r>
            <a:endParaRPr kumimoji="1" lang="ja-JP" altLang="en-US" sz="4000" dirty="0">
              <a:solidFill>
                <a:srgbClr val="FF0000"/>
              </a:solidFill>
            </a:endParaRPr>
          </a:p>
        </p:txBody>
      </p:sp>
      <p:sp>
        <p:nvSpPr>
          <p:cNvPr id="7" name="正方形/長方形 6"/>
          <p:cNvSpPr/>
          <p:nvPr/>
        </p:nvSpPr>
        <p:spPr>
          <a:xfrm>
            <a:off x="148442" y="255319"/>
            <a:ext cx="2766950" cy="7184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 rotWithShape="1">
          <a:blip r:embed="rId2"/>
          <a:srcRect r="-811"/>
          <a:stretch/>
        </p:blipFill>
        <p:spPr>
          <a:xfrm>
            <a:off x="2291348" y="1434585"/>
            <a:ext cx="6683180" cy="3600000"/>
          </a:xfrm>
          <a:prstGeom prst="rect">
            <a:avLst/>
          </a:prstGeom>
        </p:spPr>
      </p:pic>
      <p:sp>
        <p:nvSpPr>
          <p:cNvPr id="4" name="正方形/長方形 3"/>
          <p:cNvSpPr/>
          <p:nvPr/>
        </p:nvSpPr>
        <p:spPr>
          <a:xfrm>
            <a:off x="2772508" y="1617785"/>
            <a:ext cx="996462" cy="304800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矢印コネクタ 7"/>
          <p:cNvCxnSpPr>
            <a:stCxn id="10" idx="3"/>
          </p:cNvCxnSpPr>
          <p:nvPr/>
        </p:nvCxnSpPr>
        <p:spPr>
          <a:xfrm flipV="1">
            <a:off x="2210590" y="1770186"/>
            <a:ext cx="556056" cy="5893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9" name="テキスト ボックス 8"/>
          <p:cNvSpPr txBox="1"/>
          <p:nvPr/>
        </p:nvSpPr>
        <p:spPr>
          <a:xfrm>
            <a:off x="347579" y="1334070"/>
            <a:ext cx="186301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solidFill>
                  <a:schemeClr val="accent2"/>
                </a:solidFill>
              </a:rPr>
              <a:t>HP</a:t>
            </a:r>
            <a:r>
              <a:rPr kumimoji="1" lang="ja-JP" altLang="en-US" dirty="0" smtClean="0">
                <a:solidFill>
                  <a:schemeClr val="accent2"/>
                </a:solidFill>
              </a:rPr>
              <a:t>と最大</a:t>
            </a:r>
            <a:r>
              <a:rPr kumimoji="1" lang="en-US" altLang="ja-JP" dirty="0" smtClean="0">
                <a:solidFill>
                  <a:schemeClr val="accent2"/>
                </a:solidFill>
              </a:rPr>
              <a:t>HP</a:t>
            </a:r>
          </a:p>
          <a:p>
            <a:r>
              <a:rPr kumimoji="1" lang="ja-JP" altLang="en-US" dirty="0" smtClean="0"/>
              <a:t>敵から攻撃を</a:t>
            </a:r>
            <a:endParaRPr kumimoji="1" lang="en-US" altLang="ja-JP" dirty="0" smtClean="0"/>
          </a:p>
          <a:p>
            <a:r>
              <a:rPr lang="ja-JP" altLang="en-US" dirty="0"/>
              <a:t>食らう</a:t>
            </a:r>
            <a:r>
              <a:rPr lang="ja-JP" altLang="en-US" dirty="0" smtClean="0"/>
              <a:t>と</a:t>
            </a:r>
            <a:r>
              <a:rPr lang="en-US" altLang="ja-JP" dirty="0" smtClean="0"/>
              <a:t>-</a:t>
            </a:r>
            <a:r>
              <a:rPr lang="ja-JP" altLang="en-US" dirty="0" smtClean="0"/>
              <a:t>１０</a:t>
            </a:r>
            <a:endParaRPr lang="en-US" altLang="ja-JP" dirty="0" smtClean="0"/>
          </a:p>
          <a:p>
            <a:r>
              <a:rPr lang="ja-JP" altLang="en-US" dirty="0" smtClean="0"/>
              <a:t>減り、</a:t>
            </a:r>
            <a:r>
              <a:rPr lang="en-US" altLang="ja-JP" dirty="0" smtClean="0"/>
              <a:t>HP</a:t>
            </a:r>
            <a:r>
              <a:rPr lang="ja-JP" altLang="en-US" dirty="0" smtClean="0"/>
              <a:t>が０に</a:t>
            </a:r>
            <a:endParaRPr lang="en-US" altLang="ja-JP" dirty="0" smtClean="0"/>
          </a:p>
          <a:p>
            <a:r>
              <a:rPr lang="ja-JP" altLang="en-US" dirty="0" smtClean="0"/>
              <a:t>なったら</a:t>
            </a:r>
            <a:endParaRPr lang="en-US" altLang="ja-JP" dirty="0" smtClean="0"/>
          </a:p>
          <a:p>
            <a:r>
              <a:rPr lang="ja-JP" altLang="en-US" dirty="0" smtClean="0"/>
              <a:t>ゲームオーバー</a:t>
            </a:r>
            <a:endParaRPr lang="en-US" altLang="ja-JP" dirty="0" smtClean="0"/>
          </a:p>
          <a:p>
            <a:r>
              <a:rPr lang="ja-JP" altLang="en-US" dirty="0" err="1"/>
              <a:t>です</a:t>
            </a:r>
            <a:endParaRPr lang="en-US" altLang="ja-JP" dirty="0" smtClean="0"/>
          </a:p>
        </p:txBody>
      </p:sp>
      <p:sp>
        <p:nvSpPr>
          <p:cNvPr id="10" name="正方形/長方形 9"/>
          <p:cNvSpPr/>
          <p:nvPr/>
        </p:nvSpPr>
        <p:spPr>
          <a:xfrm>
            <a:off x="266821" y="1302023"/>
            <a:ext cx="1943769" cy="2114937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/>
          <p:cNvSpPr/>
          <p:nvPr/>
        </p:nvSpPr>
        <p:spPr>
          <a:xfrm>
            <a:off x="2766645" y="1946032"/>
            <a:ext cx="1383323" cy="304800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直線矢印コネクタ 11"/>
          <p:cNvCxnSpPr>
            <a:stCxn id="15" idx="3"/>
            <a:endCxn id="11" idx="1"/>
          </p:cNvCxnSpPr>
          <p:nvPr/>
        </p:nvCxnSpPr>
        <p:spPr>
          <a:xfrm flipV="1">
            <a:off x="2086350" y="2098432"/>
            <a:ext cx="680295" cy="23783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4" name="テキスト ボックス 13"/>
          <p:cNvSpPr txBox="1"/>
          <p:nvPr/>
        </p:nvSpPr>
        <p:spPr>
          <a:xfrm>
            <a:off x="113722" y="3763905"/>
            <a:ext cx="226215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2"/>
                </a:solidFill>
              </a:rPr>
              <a:t>現在のスコア</a:t>
            </a:r>
            <a:endParaRPr kumimoji="1" lang="en-US" altLang="ja-JP" dirty="0" smtClean="0">
              <a:solidFill>
                <a:schemeClr val="accent2"/>
              </a:solidFill>
            </a:endParaRPr>
          </a:p>
          <a:p>
            <a:r>
              <a:rPr kumimoji="1" lang="ja-JP" altLang="en-US" dirty="0" smtClean="0"/>
              <a:t>玉を打つと</a:t>
            </a:r>
            <a:r>
              <a:rPr kumimoji="1" lang="en-US" altLang="ja-JP" dirty="0" smtClean="0"/>
              <a:t>-</a:t>
            </a:r>
            <a:r>
              <a:rPr kumimoji="1" lang="ja-JP" altLang="en-US" dirty="0" smtClean="0"/>
              <a:t>１０</a:t>
            </a:r>
            <a:endParaRPr kumimoji="1" lang="en-US" altLang="ja-JP" dirty="0" smtClean="0"/>
          </a:p>
          <a:p>
            <a:r>
              <a:rPr lang="ja-JP" altLang="en-US" dirty="0"/>
              <a:t>玉</a:t>
            </a:r>
            <a:r>
              <a:rPr lang="ja-JP" altLang="en-US" dirty="0" smtClean="0"/>
              <a:t>が敵に当たると、</a:t>
            </a:r>
            <a:endParaRPr lang="en-US" altLang="ja-JP" dirty="0" smtClean="0"/>
          </a:p>
          <a:p>
            <a:r>
              <a:rPr kumimoji="1" lang="en-US" altLang="ja-JP" dirty="0" smtClean="0"/>
              <a:t>+</a:t>
            </a:r>
            <a:r>
              <a:rPr kumimoji="1" lang="ja-JP" altLang="en-US" dirty="0" smtClean="0"/>
              <a:t>１００加算</a:t>
            </a:r>
            <a:endParaRPr kumimoji="1" lang="en-US" altLang="ja-JP" dirty="0" smtClean="0"/>
          </a:p>
          <a:p>
            <a:r>
              <a:rPr lang="ja-JP" altLang="en-US" dirty="0" smtClean="0"/>
              <a:t>されます</a:t>
            </a:r>
            <a:endParaRPr kumimoji="1" lang="ja-JP" altLang="en-US" dirty="0"/>
          </a:p>
        </p:txBody>
      </p:sp>
      <p:sp>
        <p:nvSpPr>
          <p:cNvPr id="15" name="正方形/長方形 14"/>
          <p:cNvSpPr/>
          <p:nvPr/>
        </p:nvSpPr>
        <p:spPr>
          <a:xfrm>
            <a:off x="148442" y="3712339"/>
            <a:ext cx="1937908" cy="1528893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/>
          <p:cNvSpPr/>
          <p:nvPr/>
        </p:nvSpPr>
        <p:spPr>
          <a:xfrm>
            <a:off x="5076092" y="1434585"/>
            <a:ext cx="527539" cy="304800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直線矢印コネクタ 17"/>
          <p:cNvCxnSpPr/>
          <p:nvPr/>
        </p:nvCxnSpPr>
        <p:spPr>
          <a:xfrm flipH="1">
            <a:off x="5339861" y="1042169"/>
            <a:ext cx="1096108" cy="31897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0" name="テキスト ボックス 19"/>
          <p:cNvSpPr txBox="1"/>
          <p:nvPr/>
        </p:nvSpPr>
        <p:spPr>
          <a:xfrm>
            <a:off x="6449674" y="118839"/>
            <a:ext cx="433965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2"/>
                </a:solidFill>
              </a:rPr>
              <a:t>残り時間</a:t>
            </a:r>
            <a:endParaRPr kumimoji="1" lang="en-US" altLang="ja-JP" dirty="0" smtClean="0">
              <a:solidFill>
                <a:schemeClr val="accent2"/>
              </a:solidFill>
            </a:endParaRPr>
          </a:p>
          <a:p>
            <a:r>
              <a:rPr lang="en-US" altLang="ja-JP" dirty="0" smtClean="0"/>
              <a:t>0</a:t>
            </a:r>
            <a:r>
              <a:rPr lang="ja-JP" altLang="en-US" dirty="0" smtClean="0"/>
              <a:t>になるまで生き残っていたら</a:t>
            </a:r>
            <a:endParaRPr lang="en-US" altLang="ja-JP" dirty="0" smtClean="0"/>
          </a:p>
          <a:p>
            <a:r>
              <a:rPr kumimoji="1" lang="ja-JP" altLang="en-US" dirty="0" smtClean="0"/>
              <a:t>ゲームクリア</a:t>
            </a:r>
            <a:r>
              <a:rPr lang="ja-JP" altLang="en-US" dirty="0" smtClean="0"/>
              <a:t>です</a:t>
            </a:r>
            <a:r>
              <a:rPr kumimoji="1" lang="ja-JP" altLang="en-US" dirty="0" smtClean="0"/>
              <a:t>　　　　　　　　　　</a:t>
            </a:r>
            <a:endParaRPr kumimoji="1" lang="ja-JP" altLang="en-US" dirty="0"/>
          </a:p>
        </p:txBody>
      </p:sp>
      <p:sp>
        <p:nvSpPr>
          <p:cNvPr id="21" name="正方形/長方形 20"/>
          <p:cNvSpPr/>
          <p:nvPr/>
        </p:nvSpPr>
        <p:spPr>
          <a:xfrm>
            <a:off x="6455945" y="118838"/>
            <a:ext cx="3203870" cy="1018299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正方形/長方形 21"/>
          <p:cNvSpPr/>
          <p:nvPr/>
        </p:nvSpPr>
        <p:spPr>
          <a:xfrm>
            <a:off x="5076092" y="2706470"/>
            <a:ext cx="1113693" cy="1361438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9" name="直線矢印コネクタ 28"/>
          <p:cNvCxnSpPr/>
          <p:nvPr/>
        </p:nvCxnSpPr>
        <p:spPr>
          <a:xfrm flipH="1" flipV="1">
            <a:off x="6189786" y="3732371"/>
            <a:ext cx="2429713" cy="176171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2" name="テキスト ボックス 31"/>
          <p:cNvSpPr txBox="1"/>
          <p:nvPr/>
        </p:nvSpPr>
        <p:spPr>
          <a:xfrm>
            <a:off x="8619499" y="5427001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2"/>
                </a:solidFill>
              </a:rPr>
              <a:t>操作するキャラクター</a:t>
            </a:r>
            <a:endParaRPr kumimoji="1" lang="ja-JP" altLang="en-US" dirty="0">
              <a:solidFill>
                <a:schemeClr val="accent2"/>
              </a:solidFill>
            </a:endParaRPr>
          </a:p>
        </p:txBody>
      </p:sp>
      <p:sp>
        <p:nvSpPr>
          <p:cNvPr id="33" name="正方形/長方形 32"/>
          <p:cNvSpPr/>
          <p:nvPr/>
        </p:nvSpPr>
        <p:spPr>
          <a:xfrm>
            <a:off x="8619088" y="5427002"/>
            <a:ext cx="2493401" cy="369332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4796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正方形/長方形 31"/>
          <p:cNvSpPr/>
          <p:nvPr/>
        </p:nvSpPr>
        <p:spPr>
          <a:xfrm>
            <a:off x="418565" y="1869210"/>
            <a:ext cx="7350604" cy="4695713"/>
          </a:xfrm>
          <a:prstGeom prst="rect">
            <a:avLst/>
          </a:prstGeom>
          <a:noFill/>
          <a:ln>
            <a:solidFill>
              <a:schemeClr val="tx1">
                <a:alpha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374904" y="347472"/>
            <a:ext cx="3429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000" dirty="0" smtClean="0">
                <a:solidFill>
                  <a:srgbClr val="FF0000"/>
                </a:solidFill>
              </a:rPr>
              <a:t>遊び方・説明</a:t>
            </a:r>
            <a:endParaRPr kumimoji="1" lang="ja-JP" altLang="en-US" sz="4000" dirty="0">
              <a:solidFill>
                <a:srgbClr val="FF0000"/>
              </a:solidFill>
            </a:endParaRPr>
          </a:p>
        </p:txBody>
      </p:sp>
      <p:sp>
        <p:nvSpPr>
          <p:cNvPr id="5" name="正方形/長方形 4"/>
          <p:cNvSpPr/>
          <p:nvPr/>
        </p:nvSpPr>
        <p:spPr>
          <a:xfrm>
            <a:off x="402336" y="338328"/>
            <a:ext cx="3145536" cy="7223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26" name="Picture 2" descr="上から見たマウスのイラスト | かわいいフリー素材集 いらすとや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6348" y="3059832"/>
            <a:ext cx="2140857" cy="2963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キーボードのイラスト 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352" y="2445605"/>
            <a:ext cx="3313879" cy="1579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テキスト ボックス 1"/>
          <p:cNvSpPr txBox="1"/>
          <p:nvPr/>
        </p:nvSpPr>
        <p:spPr>
          <a:xfrm>
            <a:off x="1370044" y="4418665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スペースキーで</a:t>
            </a:r>
            <a:r>
              <a:rPr lang="ja-JP" altLang="en-US" dirty="0" smtClean="0"/>
              <a:t>ジャンプ</a:t>
            </a:r>
            <a:endParaRPr kumimoji="1" lang="ja-JP" altLang="en-US" dirty="0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613352" y="2005451"/>
            <a:ext cx="3155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/>
              <a:t>Q</a:t>
            </a:r>
            <a:r>
              <a:rPr kumimoji="1" lang="ja-JP" altLang="en-US" dirty="0" smtClean="0"/>
              <a:t>キーで攻撃・移動切り替え</a:t>
            </a:r>
            <a:endParaRPr kumimoji="1" lang="ja-JP" altLang="en-US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3940828" y="2239999"/>
            <a:ext cx="38779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マウスの右クリックを押したまま、</a:t>
            </a:r>
            <a:endParaRPr kumimoji="1" lang="en-US" altLang="ja-JP" dirty="0" smtClean="0"/>
          </a:p>
          <a:p>
            <a:r>
              <a:rPr kumimoji="1" lang="ja-JP" altLang="en-US" dirty="0" smtClean="0"/>
              <a:t>マウスの移動で</a:t>
            </a:r>
            <a:r>
              <a:rPr lang="ja-JP" altLang="en-US" dirty="0" smtClean="0"/>
              <a:t>視点移動</a:t>
            </a:r>
            <a:endParaRPr kumimoji="1" lang="ja-JP" altLang="en-US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8572168" y="4931425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左クリックで</a:t>
            </a:r>
            <a:r>
              <a:rPr lang="ja-JP" altLang="en-US" dirty="0"/>
              <a:t>攻撃</a:t>
            </a:r>
            <a:endParaRPr kumimoji="1" lang="ja-JP" altLang="en-US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7830569" y="2193832"/>
            <a:ext cx="387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左</a:t>
            </a:r>
            <a:r>
              <a:rPr lang="ja-JP" altLang="en-US" dirty="0" smtClean="0"/>
              <a:t>クリックでカーソルの位置に移動</a:t>
            </a:r>
            <a:endParaRPr kumimoji="1" lang="ja-JP" altLang="en-US" dirty="0"/>
          </a:p>
        </p:txBody>
      </p:sp>
      <p:sp>
        <p:nvSpPr>
          <p:cNvPr id="10" name="正方形/長方形 9"/>
          <p:cNvSpPr/>
          <p:nvPr/>
        </p:nvSpPr>
        <p:spPr>
          <a:xfrm>
            <a:off x="613352" y="2005451"/>
            <a:ext cx="3155031" cy="362529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/>
          <p:cNvSpPr/>
          <p:nvPr/>
        </p:nvSpPr>
        <p:spPr>
          <a:xfrm>
            <a:off x="978291" y="2879376"/>
            <a:ext cx="217464" cy="227239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4" name="直線矢印コネクタ 13"/>
          <p:cNvCxnSpPr>
            <a:stCxn id="10" idx="2"/>
          </p:cNvCxnSpPr>
          <p:nvPr/>
        </p:nvCxnSpPr>
        <p:spPr>
          <a:xfrm flipH="1">
            <a:off x="1242646" y="2367980"/>
            <a:ext cx="948222" cy="5113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7" name="正方形/長方形 16"/>
          <p:cNvSpPr/>
          <p:nvPr/>
        </p:nvSpPr>
        <p:spPr>
          <a:xfrm>
            <a:off x="1290378" y="4407924"/>
            <a:ext cx="2679869" cy="380073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/>
          <p:cNvSpPr/>
          <p:nvPr/>
        </p:nvSpPr>
        <p:spPr>
          <a:xfrm>
            <a:off x="1602523" y="3645877"/>
            <a:ext cx="1562708" cy="193342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9" name="直線矢印コネクタ 18"/>
          <p:cNvCxnSpPr>
            <a:stCxn id="17" idx="0"/>
          </p:cNvCxnSpPr>
          <p:nvPr/>
        </p:nvCxnSpPr>
        <p:spPr>
          <a:xfrm flipH="1" flipV="1">
            <a:off x="2482069" y="3821418"/>
            <a:ext cx="148244" cy="5865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3" name="直線矢印コネクタ 22"/>
          <p:cNvCxnSpPr>
            <a:stCxn id="6" idx="2"/>
          </p:cNvCxnSpPr>
          <p:nvPr/>
        </p:nvCxnSpPr>
        <p:spPr>
          <a:xfrm flipH="1">
            <a:off x="5003847" y="2886330"/>
            <a:ext cx="875974" cy="16098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7" name="正方形/長方形 26"/>
          <p:cNvSpPr/>
          <p:nvPr/>
        </p:nvSpPr>
        <p:spPr>
          <a:xfrm>
            <a:off x="3940828" y="2219468"/>
            <a:ext cx="3592586" cy="666862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正方形/長方形 29"/>
          <p:cNvSpPr/>
          <p:nvPr/>
        </p:nvSpPr>
        <p:spPr>
          <a:xfrm>
            <a:off x="402336" y="1288298"/>
            <a:ext cx="2465558" cy="5522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374904" y="1288298"/>
            <a:ext cx="2492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600" dirty="0" smtClean="0">
                <a:solidFill>
                  <a:srgbClr val="FFFF00"/>
                </a:solidFill>
              </a:rPr>
              <a:t>常時の操作</a:t>
            </a:r>
            <a:endParaRPr kumimoji="1" lang="ja-JP" altLang="en-US" sz="3600" dirty="0">
              <a:solidFill>
                <a:srgbClr val="FFFF00"/>
              </a:solidFill>
            </a:endParaRPr>
          </a:p>
        </p:txBody>
      </p:sp>
      <p:sp>
        <p:nvSpPr>
          <p:cNvPr id="38" name="テキスト ボックス 37"/>
          <p:cNvSpPr txBox="1"/>
          <p:nvPr/>
        </p:nvSpPr>
        <p:spPr>
          <a:xfrm>
            <a:off x="7848232" y="1288297"/>
            <a:ext cx="2954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600" dirty="0" smtClean="0">
                <a:solidFill>
                  <a:srgbClr val="FFFF00"/>
                </a:solidFill>
              </a:rPr>
              <a:t>移動時の操作</a:t>
            </a:r>
            <a:endParaRPr kumimoji="1" lang="ja-JP" altLang="en-US" sz="3600" dirty="0">
              <a:solidFill>
                <a:srgbClr val="FFFF00"/>
              </a:solidFill>
            </a:endParaRPr>
          </a:p>
        </p:txBody>
      </p:sp>
      <p:sp>
        <p:nvSpPr>
          <p:cNvPr id="33" name="正方形/長方形 32"/>
          <p:cNvSpPr/>
          <p:nvPr/>
        </p:nvSpPr>
        <p:spPr>
          <a:xfrm>
            <a:off x="7818813" y="1210573"/>
            <a:ext cx="2919047" cy="6299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0" name="Picture 2" descr="上から見たマウスのイラスト | かわいいフリー素材集 いらすとや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0201" y="2623678"/>
            <a:ext cx="984128" cy="1172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正方形/長方形 40"/>
          <p:cNvSpPr/>
          <p:nvPr/>
        </p:nvSpPr>
        <p:spPr>
          <a:xfrm>
            <a:off x="7941614" y="2193831"/>
            <a:ext cx="3664232" cy="369333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正方形/長方形 41"/>
          <p:cNvSpPr/>
          <p:nvPr/>
        </p:nvSpPr>
        <p:spPr>
          <a:xfrm>
            <a:off x="4887973" y="4150775"/>
            <a:ext cx="652205" cy="635643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正方形/長方形 21"/>
          <p:cNvSpPr/>
          <p:nvPr/>
        </p:nvSpPr>
        <p:spPr>
          <a:xfrm>
            <a:off x="9194987" y="2916473"/>
            <a:ext cx="249357" cy="342542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3" name="直線矢印コネクタ 42"/>
          <p:cNvCxnSpPr>
            <a:endCxn id="22" idx="1"/>
          </p:cNvCxnSpPr>
          <p:nvPr/>
        </p:nvCxnSpPr>
        <p:spPr>
          <a:xfrm>
            <a:off x="7949349" y="2563164"/>
            <a:ext cx="1245638" cy="5245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6" name="正方形/長方形 45"/>
          <p:cNvSpPr/>
          <p:nvPr/>
        </p:nvSpPr>
        <p:spPr>
          <a:xfrm>
            <a:off x="7769169" y="1840095"/>
            <a:ext cx="4386694" cy="1981323"/>
          </a:xfrm>
          <a:prstGeom prst="rect">
            <a:avLst/>
          </a:prstGeom>
          <a:noFill/>
          <a:ln>
            <a:solidFill>
              <a:schemeClr val="tx1">
                <a:alpha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テキスト ボックス 47"/>
          <p:cNvSpPr txBox="1"/>
          <p:nvPr/>
        </p:nvSpPr>
        <p:spPr>
          <a:xfrm>
            <a:off x="7848232" y="4031802"/>
            <a:ext cx="2954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600" dirty="0" smtClean="0">
                <a:solidFill>
                  <a:srgbClr val="FFFF00"/>
                </a:solidFill>
              </a:rPr>
              <a:t>攻撃時の操作</a:t>
            </a:r>
            <a:endParaRPr kumimoji="1" lang="ja-JP" altLang="en-US" sz="3600" dirty="0">
              <a:solidFill>
                <a:srgbClr val="FFFF00"/>
              </a:solidFill>
            </a:endParaRPr>
          </a:p>
        </p:txBody>
      </p:sp>
      <p:sp>
        <p:nvSpPr>
          <p:cNvPr id="49" name="正方形/長方形 48"/>
          <p:cNvSpPr/>
          <p:nvPr/>
        </p:nvSpPr>
        <p:spPr>
          <a:xfrm>
            <a:off x="7818813" y="3954078"/>
            <a:ext cx="2919047" cy="6299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0" name="Picture 2" descr="上から見たマウスのイラスト | かわいいフリー素材集 いらすとや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0201" y="5367183"/>
            <a:ext cx="984128" cy="1172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正方形/長方形 50"/>
          <p:cNvSpPr/>
          <p:nvPr/>
        </p:nvSpPr>
        <p:spPr>
          <a:xfrm>
            <a:off x="7769169" y="4583600"/>
            <a:ext cx="4386694" cy="1981323"/>
          </a:xfrm>
          <a:prstGeom prst="rect">
            <a:avLst/>
          </a:prstGeom>
          <a:noFill/>
          <a:ln>
            <a:solidFill>
              <a:schemeClr val="tx1">
                <a:alpha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2" name="直線矢印コネクタ 51"/>
          <p:cNvCxnSpPr/>
          <p:nvPr/>
        </p:nvCxnSpPr>
        <p:spPr>
          <a:xfrm>
            <a:off x="8572168" y="5275425"/>
            <a:ext cx="615084" cy="5771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54" name="正方形/長方形 53"/>
          <p:cNvSpPr/>
          <p:nvPr/>
        </p:nvSpPr>
        <p:spPr>
          <a:xfrm>
            <a:off x="8572168" y="4906092"/>
            <a:ext cx="2031325" cy="369333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正方形/長方形 55"/>
          <p:cNvSpPr/>
          <p:nvPr/>
        </p:nvSpPr>
        <p:spPr>
          <a:xfrm>
            <a:off x="9117691" y="5644756"/>
            <a:ext cx="326653" cy="308629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8409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イオン">
  <a:themeElements>
    <a:clrScheme name="イオン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イオン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イオン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475</TotalTime>
  <Words>242</Words>
  <Application>Microsoft Office PowerPoint</Application>
  <PresentationFormat>ワイド画面</PresentationFormat>
  <Paragraphs>57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0" baseType="lpstr">
      <vt:lpstr>メイリオ</vt:lpstr>
      <vt:lpstr>Arial</vt:lpstr>
      <vt:lpstr>Century Gothic</vt:lpstr>
      <vt:lpstr>Wingdings 3</vt:lpstr>
      <vt:lpstr>イオン</vt:lpstr>
      <vt:lpstr>わんわん 宇宙迎撃作戦 企画書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ゲーム制作企画書</dc:title>
  <dc:creator>GA2A</dc:creator>
  <cp:lastModifiedBy>GA2A</cp:lastModifiedBy>
  <cp:revision>25</cp:revision>
  <dcterms:created xsi:type="dcterms:W3CDTF">2025-10-02T00:54:50Z</dcterms:created>
  <dcterms:modified xsi:type="dcterms:W3CDTF">2025-12-11T05:08:26Z</dcterms:modified>
</cp:coreProperties>
</file>