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065" autoAdjust="0"/>
  </p:normalViewPr>
  <p:slideViewPr>
    <p:cSldViewPr snapToGrid="0">
      <p:cViewPr varScale="1">
        <p:scale>
          <a:sx n="70" d="100"/>
          <a:sy n="70" d="100"/>
        </p:scale>
        <p:origin x="46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 smtClean="0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EE310-EC55-4FE5-9459-5D3CEDE369C6}" type="datetimeFigureOut">
              <a:rPr kumimoji="1" lang="ja-JP" altLang="en-US" smtClean="0"/>
              <a:t>2025/12/10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5D781-F744-444C-86C8-C6ECC167A75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992627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EE310-EC55-4FE5-9459-5D3CEDE369C6}" type="datetimeFigureOut">
              <a:rPr kumimoji="1" lang="ja-JP" altLang="en-US" smtClean="0"/>
              <a:t>2025/12/10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5D781-F744-444C-86C8-C6ECC167A75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583472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EE310-EC55-4FE5-9459-5D3CEDE369C6}" type="datetimeFigureOut">
              <a:rPr kumimoji="1" lang="ja-JP" altLang="en-US" smtClean="0"/>
              <a:t>2025/12/10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5D781-F744-444C-86C8-C6ECC167A75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31648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EE310-EC55-4FE5-9459-5D3CEDE369C6}" type="datetimeFigureOut">
              <a:rPr kumimoji="1" lang="ja-JP" altLang="en-US" smtClean="0"/>
              <a:t>2025/12/10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5D781-F744-444C-86C8-C6ECC167A75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9654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EE310-EC55-4FE5-9459-5D3CEDE369C6}" type="datetimeFigureOut">
              <a:rPr kumimoji="1" lang="ja-JP" altLang="en-US" smtClean="0"/>
              <a:t>2025/12/10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5D781-F744-444C-86C8-C6ECC167A75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263174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EE310-EC55-4FE5-9459-5D3CEDE369C6}" type="datetimeFigureOut">
              <a:rPr kumimoji="1" lang="ja-JP" altLang="en-US" smtClean="0"/>
              <a:t>2025/12/10</a:t>
            </a:fld>
            <a:endParaRPr kumimoji="1" lang="ja-JP" alt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5D781-F744-444C-86C8-C6ECC167A75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00488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EE310-EC55-4FE5-9459-5D3CEDE369C6}" type="datetimeFigureOut">
              <a:rPr kumimoji="1" lang="ja-JP" altLang="en-US" smtClean="0"/>
              <a:t>2025/12/10</a:t>
            </a:fld>
            <a:endParaRPr kumimoji="1" lang="ja-JP" alt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5D781-F744-444C-86C8-C6ECC167A75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530172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EE310-EC55-4FE5-9459-5D3CEDE369C6}" type="datetimeFigureOut">
              <a:rPr kumimoji="1" lang="ja-JP" altLang="en-US" smtClean="0"/>
              <a:t>2025/12/10</a:t>
            </a:fld>
            <a:endParaRPr kumimoji="1" lang="ja-JP" alt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5D781-F744-444C-86C8-C6ECC167A75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649598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 smtClean="0"/>
              <a:t>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EE310-EC55-4FE5-9459-5D3CEDE369C6}" type="datetimeFigureOut">
              <a:rPr kumimoji="1" lang="ja-JP" altLang="en-US" smtClean="0"/>
              <a:t>2025/12/10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5D781-F744-444C-86C8-C6ECC167A75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19831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パノラマ写真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 smtClean="0"/>
              <a:t>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EE310-EC55-4FE5-9459-5D3CEDE369C6}" type="datetimeFigureOut">
              <a:rPr kumimoji="1" lang="ja-JP" altLang="en-US" smtClean="0"/>
              <a:t>2025/12/10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5D781-F744-444C-86C8-C6ECC167A75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86419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とキャプ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EE310-EC55-4FE5-9459-5D3CEDE369C6}" type="datetimeFigureOut">
              <a:rPr kumimoji="1" lang="ja-JP" altLang="en-US" smtClean="0"/>
              <a:t>2025/12/10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5D781-F744-444C-86C8-C6ECC167A75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117376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用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ja-JP" altLang="en-US" smtClean="0"/>
              <a:t>マスター テキストの書式設定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EE310-EC55-4FE5-9459-5D3CEDE369C6}" type="datetimeFigureOut">
              <a:rPr kumimoji="1" lang="ja-JP" altLang="en-US" smtClean="0"/>
              <a:t>2025/12/10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5D781-F744-444C-86C8-C6ECC167A75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89849005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EE310-EC55-4FE5-9459-5D3CEDE369C6}" type="datetimeFigureOut">
              <a:rPr kumimoji="1" lang="ja-JP" altLang="en-US" smtClean="0"/>
              <a:t>2025/12/10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5D781-F744-444C-86C8-C6ECC167A75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5020108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EE310-EC55-4FE5-9459-5D3CEDE369C6}" type="datetimeFigureOut">
              <a:rPr kumimoji="1" lang="ja-JP" altLang="en-US" smtClean="0"/>
              <a:t>2025/12/10</a:t>
            </a:fld>
            <a:endParaRPr kumimoji="1" lang="ja-JP" alt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5D781-F744-444C-86C8-C6ECC167A75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5882490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つの画像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 smtClean="0"/>
              <a:t>図を追加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 smtClean="0"/>
              <a:t>図を追加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ja-JP" altLang="en-US" smtClean="0"/>
              <a:t>図を追加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 smtClean="0"/>
              <a:t>マスター テキストの書式設定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EE310-EC55-4FE5-9459-5D3CEDE369C6}" type="datetimeFigureOut">
              <a:rPr kumimoji="1" lang="ja-JP" altLang="en-US" smtClean="0"/>
              <a:t>2025/12/10</a:t>
            </a:fld>
            <a:endParaRPr kumimoji="1" lang="ja-JP" alt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5D781-F744-444C-86C8-C6ECC167A75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069956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EE310-EC55-4FE5-9459-5D3CEDE369C6}" type="datetimeFigureOut">
              <a:rPr kumimoji="1" lang="ja-JP" altLang="en-US" smtClean="0"/>
              <a:t>2025/12/10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5D781-F744-444C-86C8-C6ECC167A75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7850727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1EE310-EC55-4FE5-9459-5D3CEDE369C6}" type="datetimeFigureOut">
              <a:rPr kumimoji="1" lang="ja-JP" altLang="en-US" smtClean="0"/>
              <a:t>2025/12/10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55D781-F744-444C-86C8-C6ECC167A75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68114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ja-JP" altLang="en-US" smtClean="0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smtClean="0"/>
              <a:t>マスター テキストの書式設定</a:t>
            </a:r>
          </a:p>
          <a:p>
            <a:pPr lvl="1"/>
            <a:r>
              <a:rPr lang="ja-JP" altLang="en-US" smtClean="0"/>
              <a:t>第 </a:t>
            </a:r>
            <a:r>
              <a:rPr lang="en-US" altLang="ja-JP" smtClean="0"/>
              <a:t>2 </a:t>
            </a:r>
            <a:r>
              <a:rPr lang="ja-JP" altLang="en-US" smtClean="0"/>
              <a:t>レベル</a:t>
            </a:r>
          </a:p>
          <a:p>
            <a:pPr lvl="2"/>
            <a:r>
              <a:rPr lang="ja-JP" altLang="en-US" smtClean="0"/>
              <a:t>第 </a:t>
            </a:r>
            <a:r>
              <a:rPr lang="en-US" altLang="ja-JP" smtClean="0"/>
              <a:t>3 </a:t>
            </a:r>
            <a:r>
              <a:rPr lang="ja-JP" altLang="en-US" smtClean="0"/>
              <a:t>レベル</a:t>
            </a:r>
          </a:p>
          <a:p>
            <a:pPr lvl="3"/>
            <a:r>
              <a:rPr lang="ja-JP" altLang="en-US" smtClean="0"/>
              <a:t>第 </a:t>
            </a:r>
            <a:r>
              <a:rPr lang="en-US" altLang="ja-JP" smtClean="0"/>
              <a:t>4 </a:t>
            </a:r>
            <a:r>
              <a:rPr lang="ja-JP" altLang="en-US" smtClean="0"/>
              <a:t>レベル</a:t>
            </a:r>
          </a:p>
          <a:p>
            <a:pPr lvl="4"/>
            <a:r>
              <a:rPr lang="ja-JP" altLang="en-US" smtClean="0"/>
              <a:t>第 </a:t>
            </a:r>
            <a:r>
              <a:rPr lang="en-US" altLang="ja-JP" smtClean="0"/>
              <a:t>5 </a:t>
            </a:r>
            <a:r>
              <a:rPr lang="ja-JP" altLang="en-US" smtClean="0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021EE310-EC55-4FE5-9459-5D3CEDE369C6}" type="datetimeFigureOut">
              <a:rPr kumimoji="1" lang="ja-JP" altLang="en-US" smtClean="0"/>
              <a:t>2025/12/10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55D781-F744-444C-86C8-C6ECC167A75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8138208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kumimoji="1"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 kumimoji="1">
          <a:solidFill>
            <a:schemeClr val="tx2"/>
          </a:solidFill>
        </a:defRPr>
      </a:lvl2pPr>
      <a:lvl3pPr eaLnBrk="1" hangingPunct="1">
        <a:defRPr kumimoji="1">
          <a:solidFill>
            <a:schemeClr val="tx2"/>
          </a:solidFill>
        </a:defRPr>
      </a:lvl3pPr>
      <a:lvl4pPr eaLnBrk="1" hangingPunct="1">
        <a:defRPr kumimoji="1">
          <a:solidFill>
            <a:schemeClr val="tx2"/>
          </a:solidFill>
        </a:defRPr>
      </a:lvl4pPr>
      <a:lvl5pPr eaLnBrk="1" hangingPunct="1">
        <a:defRPr kumimoji="1">
          <a:solidFill>
            <a:schemeClr val="tx2"/>
          </a:solidFill>
        </a:defRPr>
      </a:lvl5pPr>
      <a:lvl6pPr eaLnBrk="1" hangingPunct="1">
        <a:defRPr kumimoji="1">
          <a:solidFill>
            <a:schemeClr val="tx2"/>
          </a:solidFill>
        </a:defRPr>
      </a:lvl6pPr>
      <a:lvl7pPr eaLnBrk="1" hangingPunct="1">
        <a:defRPr kumimoji="1">
          <a:solidFill>
            <a:schemeClr val="tx2"/>
          </a:solidFill>
        </a:defRPr>
      </a:lvl7pPr>
      <a:lvl8pPr eaLnBrk="1" hangingPunct="1">
        <a:defRPr kumimoji="1">
          <a:solidFill>
            <a:schemeClr val="tx2"/>
          </a:solidFill>
        </a:defRPr>
      </a:lvl8pPr>
      <a:lvl9pPr eaLnBrk="1" hangingPunct="1">
        <a:defRPr kumimoji="1"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kumimoji="1"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kumimoji="1"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kumimoji="1"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kumimoji="1"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kumimoji="1"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kumimoji="1"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kumimoji="1"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kumimoji="1"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kumimoji="1"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423416" y="2028254"/>
            <a:ext cx="9144000" cy="2387600"/>
          </a:xfrm>
        </p:spPr>
        <p:txBody>
          <a:bodyPr/>
          <a:lstStyle/>
          <a:p>
            <a:pPr algn="ctr"/>
            <a:r>
              <a:rPr kumimoji="1" lang="ja-JP" altLang="en-US" dirty="0" smtClean="0"/>
              <a:t>わんわん</a:t>
            </a:r>
            <a:r>
              <a:rPr kumimoji="1" lang="en-US" altLang="ja-JP" dirty="0" smtClean="0"/>
              <a:t/>
            </a:r>
            <a:br>
              <a:rPr kumimoji="1" lang="en-US" altLang="ja-JP" dirty="0" smtClean="0"/>
            </a:br>
            <a:r>
              <a:rPr kumimoji="1" lang="ja-JP" altLang="en-US" dirty="0" smtClean="0"/>
              <a:t>宇宙迎撃作戦</a:t>
            </a:r>
            <a:r>
              <a:rPr kumimoji="1" lang="en-US" altLang="ja-JP" dirty="0" smtClean="0"/>
              <a:t/>
            </a:r>
            <a:br>
              <a:rPr kumimoji="1" lang="en-US" altLang="ja-JP" dirty="0" smtClean="0"/>
            </a:br>
            <a:r>
              <a:rPr lang="ja-JP" altLang="en-US" dirty="0">
                <a:solidFill>
                  <a:srgbClr val="FF0000"/>
                </a:solidFill>
              </a:rPr>
              <a:t>企画書</a:t>
            </a:r>
            <a:endParaRPr kumimoji="1" lang="ja-JP" altLang="en-US" dirty="0">
              <a:solidFill>
                <a:srgbClr val="FF0000"/>
              </a:solidFill>
            </a:endParaRPr>
          </a:p>
        </p:txBody>
      </p:sp>
      <p:sp>
        <p:nvSpPr>
          <p:cNvPr id="4" name="テキスト ボックス 3"/>
          <p:cNvSpPr txBox="1"/>
          <p:nvPr/>
        </p:nvSpPr>
        <p:spPr>
          <a:xfrm>
            <a:off x="2807208" y="4718304"/>
            <a:ext cx="589616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 smtClean="0"/>
              <a:t>名前：坂口　耕汰</a:t>
            </a:r>
            <a:endParaRPr kumimoji="1" lang="en-US" altLang="ja-JP" dirty="0" smtClean="0"/>
          </a:p>
          <a:p>
            <a:r>
              <a:rPr lang="ja-JP" altLang="en-US" dirty="0" smtClean="0"/>
              <a:t>ゲームジャンル：３</a:t>
            </a:r>
            <a:r>
              <a:rPr lang="en-US" altLang="ja-JP" dirty="0" smtClean="0"/>
              <a:t>D</a:t>
            </a:r>
            <a:r>
              <a:rPr lang="ja-JP" altLang="en-US" dirty="0" smtClean="0"/>
              <a:t>サードパーソンアクションゲーム</a:t>
            </a:r>
            <a:endParaRPr kumimoji="1" lang="en-US" altLang="ja-JP" dirty="0" smtClean="0"/>
          </a:p>
          <a:p>
            <a:r>
              <a:rPr kumimoji="1" lang="ja-JP" altLang="en-US" dirty="0" smtClean="0"/>
              <a:t>使用エンジン：</a:t>
            </a:r>
            <a:r>
              <a:rPr kumimoji="1" lang="en-US" altLang="ja-JP" dirty="0" smtClean="0"/>
              <a:t>Unreal</a:t>
            </a:r>
            <a:r>
              <a:rPr kumimoji="1" lang="ja-JP" altLang="en-US" dirty="0" smtClean="0"/>
              <a:t>　</a:t>
            </a:r>
            <a:r>
              <a:rPr kumimoji="1" lang="en-US" altLang="ja-JP" dirty="0" smtClean="0"/>
              <a:t>version5.5</a:t>
            </a:r>
          </a:p>
          <a:p>
            <a:r>
              <a:rPr lang="ja-JP" altLang="en-US" dirty="0"/>
              <a:t>使用</a:t>
            </a:r>
            <a:r>
              <a:rPr lang="ja-JP" altLang="en-US" dirty="0" smtClean="0"/>
              <a:t>ハード</a:t>
            </a:r>
            <a:r>
              <a:rPr lang="en-US" altLang="ja-JP" dirty="0" smtClean="0"/>
              <a:t>:</a:t>
            </a:r>
            <a:r>
              <a:rPr lang="ja-JP" altLang="en-US" dirty="0" smtClean="0"/>
              <a:t>パソコン</a:t>
            </a:r>
            <a:endParaRPr lang="en-US" altLang="ja-JP" dirty="0" smtClean="0"/>
          </a:p>
          <a:p>
            <a:r>
              <a:rPr lang="ja-JP" altLang="en-US" dirty="0" smtClean="0"/>
              <a:t>プレイ人数：１人</a:t>
            </a:r>
            <a:endParaRPr kumimoji="1" lang="ja-JP" altLang="en-US" dirty="0"/>
          </a:p>
        </p:txBody>
      </p:sp>
      <p:sp>
        <p:nvSpPr>
          <p:cNvPr id="5" name="正方形/長方形 4"/>
          <p:cNvSpPr/>
          <p:nvPr/>
        </p:nvSpPr>
        <p:spPr>
          <a:xfrm>
            <a:off x="2734056" y="4718304"/>
            <a:ext cx="6181344" cy="1673352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17677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/>
          <p:cNvSpPr txBox="1"/>
          <p:nvPr/>
        </p:nvSpPr>
        <p:spPr>
          <a:xfrm>
            <a:off x="178130" y="267686"/>
            <a:ext cx="684612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000" dirty="0" smtClean="0">
                <a:solidFill>
                  <a:srgbClr val="FF0000"/>
                </a:solidFill>
              </a:rPr>
              <a:t>ゲームのコンセプト</a:t>
            </a:r>
            <a:endParaRPr kumimoji="1" lang="ja-JP" altLang="en-US" sz="4000" dirty="0">
              <a:solidFill>
                <a:srgbClr val="FF0000"/>
              </a:solidFill>
            </a:endParaRPr>
          </a:p>
        </p:txBody>
      </p:sp>
      <p:sp>
        <p:nvSpPr>
          <p:cNvPr id="11" name="テキスト ボックス 10"/>
          <p:cNvSpPr txBox="1"/>
          <p:nvPr/>
        </p:nvSpPr>
        <p:spPr>
          <a:xfrm>
            <a:off x="178130" y="1280709"/>
            <a:ext cx="1175193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200" u="sng" dirty="0"/>
              <a:t>かわいい</a:t>
            </a:r>
            <a:r>
              <a:rPr lang="ja-JP" altLang="en-US" sz="2200" u="sng" dirty="0" smtClean="0"/>
              <a:t>犬</a:t>
            </a:r>
            <a:r>
              <a:rPr lang="ja-JP" altLang="en-US" sz="2200" u="sng" dirty="0" smtClean="0"/>
              <a:t>がエイリアンと戦う、惑星環境ギミック付きサードパーソン・アクションゲーム</a:t>
            </a:r>
            <a:endParaRPr kumimoji="1" lang="ja-JP" altLang="en-US" sz="2200" u="sng" dirty="0"/>
          </a:p>
        </p:txBody>
      </p:sp>
      <p:sp>
        <p:nvSpPr>
          <p:cNvPr id="12" name="テキスト ボックス 11"/>
          <p:cNvSpPr txBox="1"/>
          <p:nvPr/>
        </p:nvSpPr>
        <p:spPr>
          <a:xfrm>
            <a:off x="338447" y="2541320"/>
            <a:ext cx="11572399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 smtClean="0"/>
              <a:t>・制限時間が</a:t>
            </a:r>
            <a:r>
              <a:rPr lang="ja-JP" altLang="en-US" sz="2400" dirty="0"/>
              <a:t>あること</a:t>
            </a:r>
            <a:r>
              <a:rPr lang="ja-JP" altLang="en-US" sz="2400" dirty="0" smtClean="0"/>
              <a:t>で緊張感と敵を殲滅してクリアする爽快感が</a:t>
            </a:r>
            <a:r>
              <a:rPr lang="ja-JP" altLang="en-US" sz="2400" dirty="0" smtClean="0"/>
              <a:t>あるがあります</a:t>
            </a:r>
            <a:endParaRPr lang="en-US" altLang="ja-JP" sz="2400" dirty="0" smtClean="0"/>
          </a:p>
          <a:p>
            <a:endParaRPr kumimoji="1" lang="en-US" altLang="ja-JP" sz="2400" dirty="0"/>
          </a:p>
          <a:p>
            <a:r>
              <a:rPr lang="ja-JP" altLang="en-US" sz="2400" dirty="0" smtClean="0"/>
              <a:t>・ステージクリア後にスコアが表示されるので、繰り返し遊ぶことが</a:t>
            </a:r>
            <a:r>
              <a:rPr lang="ja-JP" altLang="en-US" sz="2400" dirty="0" smtClean="0"/>
              <a:t>できます</a:t>
            </a:r>
            <a:endParaRPr lang="en-US" altLang="ja-JP" sz="2400" dirty="0" smtClean="0"/>
          </a:p>
          <a:p>
            <a:endParaRPr kumimoji="1" lang="en-US" altLang="ja-JP" sz="2400" dirty="0"/>
          </a:p>
          <a:p>
            <a:r>
              <a:rPr lang="ja-JP" altLang="en-US" sz="2400" dirty="0" smtClean="0"/>
              <a:t>・犬</a:t>
            </a:r>
            <a:r>
              <a:rPr lang="ja-JP" altLang="en-US" sz="2400" dirty="0" smtClean="0"/>
              <a:t>が主人公なので</a:t>
            </a:r>
            <a:r>
              <a:rPr lang="ja-JP" altLang="en-US" sz="2400" dirty="0" smtClean="0"/>
              <a:t>かわいさがあります</a:t>
            </a:r>
            <a:endParaRPr lang="en-US" altLang="ja-JP" sz="2400" dirty="0" smtClean="0"/>
          </a:p>
          <a:p>
            <a:endParaRPr kumimoji="1" lang="en-US" altLang="ja-JP" sz="2400" dirty="0"/>
          </a:p>
          <a:p>
            <a:r>
              <a:rPr lang="ja-JP" altLang="en-US" sz="2400" dirty="0" smtClean="0"/>
              <a:t>・ステージごとに違うギミックにより攻略</a:t>
            </a:r>
            <a:r>
              <a:rPr lang="ja-JP" altLang="en-US" sz="2400" dirty="0" smtClean="0"/>
              <a:t>体験</a:t>
            </a:r>
            <a:r>
              <a:rPr lang="ja-JP" altLang="en-US" sz="2400" dirty="0" smtClean="0"/>
              <a:t>ができます</a:t>
            </a:r>
            <a:endParaRPr lang="en-US" altLang="ja-JP" sz="2400" dirty="0" smtClean="0"/>
          </a:p>
        </p:txBody>
      </p:sp>
      <p:sp>
        <p:nvSpPr>
          <p:cNvPr id="13" name="正方形/長方形 12"/>
          <p:cNvSpPr/>
          <p:nvPr/>
        </p:nvSpPr>
        <p:spPr>
          <a:xfrm>
            <a:off x="249382" y="267686"/>
            <a:ext cx="4619501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正方形/長方形 13"/>
          <p:cNvSpPr/>
          <p:nvPr/>
        </p:nvSpPr>
        <p:spPr>
          <a:xfrm>
            <a:off x="338447" y="1864426"/>
            <a:ext cx="11376561" cy="4583875"/>
          </a:xfrm>
          <a:prstGeom prst="rect">
            <a:avLst/>
          </a:prstGeom>
          <a:noFill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70583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/>
          <p:cNvSpPr txBox="1"/>
          <p:nvPr/>
        </p:nvSpPr>
        <p:spPr>
          <a:xfrm>
            <a:off x="335632" y="320526"/>
            <a:ext cx="274947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000" dirty="0" smtClean="0">
                <a:solidFill>
                  <a:srgbClr val="FF0000"/>
                </a:solidFill>
              </a:rPr>
              <a:t>ゲーム</a:t>
            </a:r>
            <a:r>
              <a:rPr lang="ja-JP" altLang="en-US" sz="4000" dirty="0">
                <a:solidFill>
                  <a:srgbClr val="FF0000"/>
                </a:solidFill>
              </a:rPr>
              <a:t>内容</a:t>
            </a:r>
            <a:endParaRPr kumimoji="1" lang="ja-JP" altLang="en-US" sz="4000" dirty="0">
              <a:solidFill>
                <a:srgbClr val="FF0000"/>
              </a:solidFill>
            </a:endParaRPr>
          </a:p>
        </p:txBody>
      </p:sp>
      <p:sp>
        <p:nvSpPr>
          <p:cNvPr id="7" name="テキスト ボックス 6"/>
          <p:cNvSpPr txBox="1"/>
          <p:nvPr/>
        </p:nvSpPr>
        <p:spPr>
          <a:xfrm>
            <a:off x="897355" y="1681283"/>
            <a:ext cx="8371459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dirty="0" smtClean="0"/>
              <a:t>・３</a:t>
            </a:r>
            <a:r>
              <a:rPr kumimoji="1" lang="en-US" altLang="ja-JP" sz="2000" dirty="0" smtClean="0"/>
              <a:t>D</a:t>
            </a:r>
            <a:r>
              <a:rPr kumimoji="1" lang="ja-JP" altLang="en-US" sz="2000" dirty="0" smtClean="0"/>
              <a:t>のサードパーンアクションゲーム</a:t>
            </a:r>
            <a:endParaRPr kumimoji="1" lang="en-US" altLang="ja-JP" sz="2000" dirty="0" smtClean="0"/>
          </a:p>
          <a:p>
            <a:endParaRPr lang="en-US" altLang="ja-JP" sz="2000" dirty="0" smtClean="0"/>
          </a:p>
          <a:p>
            <a:r>
              <a:rPr lang="ja-JP" altLang="en-US" sz="2000" dirty="0"/>
              <a:t>・犬を指示して行う</a:t>
            </a:r>
          </a:p>
          <a:p>
            <a:endParaRPr lang="en-US" altLang="ja-JP" sz="2000" dirty="0"/>
          </a:p>
          <a:p>
            <a:r>
              <a:rPr kumimoji="1" lang="ja-JP" altLang="en-US" sz="2000" dirty="0" smtClean="0"/>
              <a:t>・制限時間</a:t>
            </a:r>
            <a:r>
              <a:rPr lang="ja-JP" altLang="en-US" sz="2000" dirty="0" smtClean="0"/>
              <a:t>まで生き残ればゲームクリア</a:t>
            </a:r>
            <a:endParaRPr kumimoji="1" lang="en-US" altLang="ja-JP" sz="2000" dirty="0" smtClean="0"/>
          </a:p>
          <a:p>
            <a:endParaRPr lang="en-US" altLang="ja-JP" sz="2000" dirty="0"/>
          </a:p>
          <a:p>
            <a:r>
              <a:rPr kumimoji="1" lang="ja-JP" altLang="en-US" sz="2000" dirty="0" smtClean="0"/>
              <a:t>・</a:t>
            </a:r>
            <a:r>
              <a:rPr kumimoji="1" lang="en-US" altLang="ja-JP" sz="2000" dirty="0" smtClean="0"/>
              <a:t>HP</a:t>
            </a:r>
            <a:r>
              <a:rPr kumimoji="1" lang="ja-JP" altLang="en-US" sz="2000" dirty="0" smtClean="0"/>
              <a:t>がなく</a:t>
            </a:r>
            <a:r>
              <a:rPr kumimoji="1" lang="ja-JP" altLang="en-US" sz="2000" dirty="0" smtClean="0"/>
              <a:t>なったらゲームオーバー</a:t>
            </a:r>
            <a:endParaRPr kumimoji="1" lang="en-US" altLang="ja-JP" sz="2000" dirty="0" smtClean="0"/>
          </a:p>
          <a:p>
            <a:endParaRPr lang="en-US" altLang="ja-JP" sz="2000" dirty="0"/>
          </a:p>
          <a:p>
            <a:r>
              <a:rPr kumimoji="1" lang="ja-JP" altLang="en-US" sz="2000" dirty="0" smtClean="0"/>
              <a:t>・ステージによってギミックが</a:t>
            </a:r>
            <a:r>
              <a:rPr kumimoji="1" lang="ja-JP" altLang="en-US" sz="2000" dirty="0" smtClean="0"/>
              <a:t>ある</a:t>
            </a:r>
            <a:endParaRPr kumimoji="1" lang="en-US" altLang="ja-JP" sz="2000" dirty="0" smtClean="0"/>
          </a:p>
          <a:p>
            <a:endParaRPr lang="en-US" altLang="ja-JP" sz="2000" dirty="0"/>
          </a:p>
          <a:p>
            <a:r>
              <a:rPr kumimoji="1" lang="ja-JP" altLang="en-US" sz="2000" dirty="0" smtClean="0"/>
              <a:t>・ステージ</a:t>
            </a:r>
            <a:r>
              <a:rPr kumimoji="1" lang="ja-JP" altLang="en-US" sz="2000" dirty="0" smtClean="0"/>
              <a:t>は４個</a:t>
            </a:r>
            <a:endParaRPr kumimoji="1" lang="en-US" altLang="ja-JP" sz="2000" dirty="0" smtClean="0"/>
          </a:p>
          <a:p>
            <a:endParaRPr kumimoji="1" lang="en-US" altLang="ja-JP" sz="2000" dirty="0"/>
          </a:p>
          <a:p>
            <a:r>
              <a:rPr lang="ja-JP" altLang="en-US" sz="2000" dirty="0" smtClean="0"/>
              <a:t>・ステージクリア後にスコアが表示される</a:t>
            </a:r>
            <a:endParaRPr lang="en-US" altLang="ja-JP" sz="2000" dirty="0" smtClean="0"/>
          </a:p>
        </p:txBody>
      </p:sp>
      <p:sp>
        <p:nvSpPr>
          <p:cNvPr id="9" name="テキスト ボックス 8"/>
          <p:cNvSpPr txBox="1"/>
          <p:nvPr/>
        </p:nvSpPr>
        <p:spPr>
          <a:xfrm>
            <a:off x="335632" y="1201287"/>
            <a:ext cx="752000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200" u="sng" dirty="0" smtClean="0"/>
              <a:t>・犬</a:t>
            </a:r>
            <a:r>
              <a:rPr lang="ja-JP" altLang="en-US" sz="2200" u="sng" dirty="0"/>
              <a:t>を主人公にして</a:t>
            </a:r>
            <a:r>
              <a:rPr lang="ja-JP" altLang="en-US" sz="2200" u="sng" dirty="0" smtClean="0"/>
              <a:t>、エイリアン</a:t>
            </a:r>
            <a:r>
              <a:rPr lang="ja-JP" altLang="en-US" sz="2200" u="sng" dirty="0"/>
              <a:t>を倒し地球を守るゲーム</a:t>
            </a:r>
            <a:endParaRPr kumimoji="1" lang="ja-JP" altLang="en-US" sz="2200" u="sng" dirty="0"/>
          </a:p>
        </p:txBody>
      </p:sp>
      <p:sp>
        <p:nvSpPr>
          <p:cNvPr id="16" name="正方形/長方形 15"/>
          <p:cNvSpPr/>
          <p:nvPr/>
        </p:nvSpPr>
        <p:spPr>
          <a:xfrm>
            <a:off x="302821" y="284954"/>
            <a:ext cx="2784763" cy="7434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正方形/長方形 17"/>
          <p:cNvSpPr/>
          <p:nvPr/>
        </p:nvSpPr>
        <p:spPr>
          <a:xfrm>
            <a:off x="335632" y="1745673"/>
            <a:ext cx="10132467" cy="4767943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n>
                <a:solidFill>
                  <a:sysClr val="windowText" lastClr="000000"/>
                </a:solidFill>
              </a:ln>
              <a:solidFill>
                <a:sysClr val="windowText" lastClr="000000"/>
              </a:solidFill>
            </a:endParaRPr>
          </a:p>
        </p:txBody>
      </p:sp>
      <p:pic>
        <p:nvPicPr>
          <p:cNvPr id="2" name="図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8162" y="4334256"/>
            <a:ext cx="2108391" cy="2103120"/>
          </a:xfrm>
          <a:prstGeom prst="rect">
            <a:avLst/>
          </a:prstGeom>
        </p:spPr>
      </p:pic>
      <p:pic>
        <p:nvPicPr>
          <p:cNvPr id="3" name="図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9373706">
            <a:off x="7986867" y="5413172"/>
            <a:ext cx="1108758" cy="1057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70480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/>
          <p:cNvSpPr txBox="1"/>
          <p:nvPr/>
        </p:nvSpPr>
        <p:spPr>
          <a:xfrm>
            <a:off x="172192" y="267195"/>
            <a:ext cx="274947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4000" dirty="0" smtClean="0">
                <a:solidFill>
                  <a:srgbClr val="FF0000"/>
                </a:solidFill>
              </a:rPr>
              <a:t>ゲーム画面</a:t>
            </a:r>
            <a:endParaRPr kumimoji="1" lang="ja-JP" altLang="en-US" sz="4000" dirty="0">
              <a:solidFill>
                <a:srgbClr val="FF0000"/>
              </a:solidFill>
            </a:endParaRPr>
          </a:p>
        </p:txBody>
      </p:sp>
      <p:sp>
        <p:nvSpPr>
          <p:cNvPr id="7" name="正方形/長方形 6"/>
          <p:cNvSpPr/>
          <p:nvPr/>
        </p:nvSpPr>
        <p:spPr>
          <a:xfrm>
            <a:off x="148442" y="255319"/>
            <a:ext cx="2766950" cy="7184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47963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/>
          <p:cNvSpPr txBox="1"/>
          <p:nvPr/>
        </p:nvSpPr>
        <p:spPr>
          <a:xfrm>
            <a:off x="374904" y="347472"/>
            <a:ext cx="3429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4000" dirty="0" smtClean="0">
                <a:solidFill>
                  <a:srgbClr val="FF0000"/>
                </a:solidFill>
              </a:rPr>
              <a:t>遊び方・説明</a:t>
            </a:r>
            <a:endParaRPr kumimoji="1" lang="ja-JP" altLang="en-US" sz="4000" dirty="0">
              <a:solidFill>
                <a:srgbClr val="FF0000"/>
              </a:solidFill>
            </a:endParaRPr>
          </a:p>
        </p:txBody>
      </p:sp>
      <p:sp>
        <p:nvSpPr>
          <p:cNvPr id="5" name="正方形/長方形 4"/>
          <p:cNvSpPr/>
          <p:nvPr/>
        </p:nvSpPr>
        <p:spPr>
          <a:xfrm>
            <a:off x="402336" y="338328"/>
            <a:ext cx="3145536" cy="7223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2840910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イオン">
  <a:themeElements>
    <a:clrScheme name="イオン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イオン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イオン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431</TotalTime>
  <Words>137</Words>
  <Application>Microsoft Office PowerPoint</Application>
  <PresentationFormat>ワイド画面</PresentationFormat>
  <Paragraphs>32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10" baseType="lpstr">
      <vt:lpstr>メイリオ</vt:lpstr>
      <vt:lpstr>Arial</vt:lpstr>
      <vt:lpstr>Century Gothic</vt:lpstr>
      <vt:lpstr>Wingdings 3</vt:lpstr>
      <vt:lpstr>イオン</vt:lpstr>
      <vt:lpstr>わんわん 宇宙迎撃作戦 企画書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ゲーム制作企画書</dc:title>
  <dc:creator>GA2A</dc:creator>
  <cp:lastModifiedBy>GA2A</cp:lastModifiedBy>
  <cp:revision>17</cp:revision>
  <dcterms:created xsi:type="dcterms:W3CDTF">2025-10-02T00:54:50Z</dcterms:created>
  <dcterms:modified xsi:type="dcterms:W3CDTF">2025-12-10T05:49:18Z</dcterms:modified>
</cp:coreProperties>
</file>