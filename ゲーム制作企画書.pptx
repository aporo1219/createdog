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065" autoAdjust="0"/>
  </p:normalViewPr>
  <p:slideViewPr>
    <p:cSldViewPr snapToGrid="0">
      <p:cViewPr varScale="1">
        <p:scale>
          <a:sx n="88" d="100"/>
          <a:sy n="88" d="100"/>
        </p:scale>
        <p:origin x="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926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8347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3164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65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6317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048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017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4959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9831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64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7376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84900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2010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88249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995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85072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6811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21EE310-EC55-4FE5-9459-5D3CEDE369C6}" type="datetimeFigureOut">
              <a:rPr kumimoji="1" lang="ja-JP" altLang="en-US" smtClean="0"/>
              <a:t>2025/12/16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138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23416" y="2028254"/>
            <a:ext cx="9144000" cy="2387600"/>
          </a:xfrm>
        </p:spPr>
        <p:txBody>
          <a:bodyPr/>
          <a:lstStyle/>
          <a:p>
            <a:pPr algn="ctr"/>
            <a:r>
              <a:rPr kumimoji="1" lang="ja-JP" altLang="en-US" dirty="0" smtClean="0"/>
              <a:t>わんわん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宇宙迎撃作戦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>
                <a:solidFill>
                  <a:srgbClr val="FF0000"/>
                </a:solidFill>
              </a:rPr>
              <a:t>企画書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807208" y="4718304"/>
            <a:ext cx="58961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名前：坂口　耕汰</a:t>
            </a:r>
            <a:endParaRPr kumimoji="1" lang="en-US" altLang="ja-JP" dirty="0" smtClean="0"/>
          </a:p>
          <a:p>
            <a:r>
              <a:rPr lang="ja-JP" altLang="en-US" dirty="0" smtClean="0"/>
              <a:t>ゲームジャンル：３</a:t>
            </a:r>
            <a:r>
              <a:rPr lang="en-US" altLang="ja-JP" dirty="0" smtClean="0"/>
              <a:t>D</a:t>
            </a:r>
            <a:r>
              <a:rPr lang="ja-JP" altLang="en-US" dirty="0" smtClean="0"/>
              <a:t>サードパーソンアクションゲーム</a:t>
            </a:r>
            <a:endParaRPr kumimoji="1" lang="en-US" altLang="ja-JP" dirty="0" smtClean="0"/>
          </a:p>
          <a:p>
            <a:r>
              <a:rPr kumimoji="1" lang="ja-JP" altLang="en-US" dirty="0" smtClean="0"/>
              <a:t>使用エンジン：</a:t>
            </a:r>
            <a:r>
              <a:rPr kumimoji="1" lang="en-US" altLang="ja-JP" dirty="0" smtClean="0"/>
              <a:t>Unreal</a:t>
            </a:r>
            <a:r>
              <a:rPr kumimoji="1" lang="ja-JP" altLang="en-US" dirty="0" smtClean="0"/>
              <a:t>　</a:t>
            </a:r>
            <a:r>
              <a:rPr kumimoji="1" lang="en-US" altLang="ja-JP" dirty="0" smtClean="0"/>
              <a:t>Engine</a:t>
            </a:r>
            <a:r>
              <a:rPr kumimoji="1" lang="ja-JP" altLang="en-US" dirty="0" smtClean="0"/>
              <a:t>　</a:t>
            </a:r>
            <a:r>
              <a:rPr kumimoji="1" lang="en-US" altLang="ja-JP" dirty="0" smtClean="0"/>
              <a:t>version5.5</a:t>
            </a:r>
          </a:p>
          <a:p>
            <a:r>
              <a:rPr lang="ja-JP" altLang="en-US" dirty="0"/>
              <a:t>使用</a:t>
            </a:r>
            <a:r>
              <a:rPr lang="ja-JP" altLang="en-US" dirty="0" smtClean="0"/>
              <a:t>ハード</a:t>
            </a:r>
            <a:r>
              <a:rPr lang="en-US" altLang="ja-JP" dirty="0" smtClean="0"/>
              <a:t>:</a:t>
            </a:r>
            <a:r>
              <a:rPr lang="ja-JP" altLang="en-US" dirty="0" smtClean="0"/>
              <a:t>パソコン</a:t>
            </a:r>
            <a:endParaRPr lang="en-US" altLang="ja-JP" dirty="0" smtClean="0"/>
          </a:p>
          <a:p>
            <a:r>
              <a:rPr lang="ja-JP" altLang="en-US" dirty="0" smtClean="0"/>
              <a:t>プレイ人数：１人</a:t>
            </a:r>
            <a:endParaRPr kumimoji="1"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2734056" y="4718304"/>
            <a:ext cx="6181344" cy="167335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176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78130" y="267686"/>
            <a:ext cx="68461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>
                <a:solidFill>
                  <a:srgbClr val="FF0000"/>
                </a:solidFill>
              </a:rPr>
              <a:t>ゲームのコンセプト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178130" y="1280709"/>
            <a:ext cx="1175193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200" u="sng" dirty="0"/>
              <a:t>かわいい</a:t>
            </a:r>
            <a:r>
              <a:rPr lang="ja-JP" altLang="en-US" sz="2200" u="sng" dirty="0" smtClean="0"/>
              <a:t>犬がエイリアンと戦う、惑星環境ギミック付きサードパーソン・アクションゲーム</a:t>
            </a:r>
            <a:endParaRPr kumimoji="1" lang="ja-JP" altLang="en-US" sz="2200" u="sng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338447" y="2541320"/>
            <a:ext cx="1157239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・制限時間が</a:t>
            </a:r>
            <a:r>
              <a:rPr lang="ja-JP" altLang="en-US" sz="2400" dirty="0"/>
              <a:t>あること</a:t>
            </a:r>
            <a:r>
              <a:rPr lang="ja-JP" altLang="en-US" sz="2400" dirty="0" smtClean="0"/>
              <a:t>で緊張感と敵を殲滅してクリアする爽快感があるがあります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・ステージクリア後にスコアが表示されるので、繰り返し遊ぶことができます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・犬が主人公なのでかわいさがあります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・ステージごとに違うギミックにより攻略体験ができます</a:t>
            </a:r>
            <a:endParaRPr lang="en-US" altLang="ja-JP" sz="2400" dirty="0" smtClean="0"/>
          </a:p>
        </p:txBody>
      </p:sp>
      <p:sp>
        <p:nvSpPr>
          <p:cNvPr id="13" name="正方形/長方形 12"/>
          <p:cNvSpPr/>
          <p:nvPr/>
        </p:nvSpPr>
        <p:spPr>
          <a:xfrm>
            <a:off x="249382" y="267686"/>
            <a:ext cx="461950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338447" y="1864426"/>
            <a:ext cx="11376561" cy="4583875"/>
          </a:xfrm>
          <a:prstGeom prst="rect">
            <a:avLst/>
          </a:prstGeom>
          <a:noFill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058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335632" y="320526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 smtClean="0">
                <a:solidFill>
                  <a:srgbClr val="FF0000"/>
                </a:solidFill>
              </a:rPr>
              <a:t>ゲーム</a:t>
            </a:r>
            <a:r>
              <a:rPr lang="ja-JP" altLang="en-US" sz="4000" dirty="0">
                <a:solidFill>
                  <a:srgbClr val="FF0000"/>
                </a:solidFill>
              </a:rPr>
              <a:t>内容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897355" y="1681283"/>
            <a:ext cx="837145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 smtClean="0"/>
              <a:t>・３</a:t>
            </a:r>
            <a:r>
              <a:rPr kumimoji="1" lang="en-US" altLang="ja-JP" sz="2000" dirty="0" smtClean="0"/>
              <a:t>D</a:t>
            </a:r>
            <a:r>
              <a:rPr kumimoji="1" lang="ja-JP" altLang="en-US" sz="2000" dirty="0" smtClean="0"/>
              <a:t>のサードパー</a:t>
            </a:r>
            <a:r>
              <a:rPr lang="ja-JP" altLang="en-US" sz="2000" dirty="0"/>
              <a:t>ソン</a:t>
            </a:r>
            <a:r>
              <a:rPr kumimoji="1" lang="ja-JP" altLang="en-US" sz="2000" dirty="0" smtClean="0"/>
              <a:t>アクションゲームです</a:t>
            </a:r>
            <a:endParaRPr kumimoji="1" lang="en-US" altLang="ja-JP" sz="2000" dirty="0" smtClean="0"/>
          </a:p>
          <a:p>
            <a:endParaRPr lang="en-US" altLang="ja-JP" sz="2000" dirty="0" smtClean="0"/>
          </a:p>
          <a:p>
            <a:r>
              <a:rPr lang="ja-JP" altLang="en-US" sz="2000" dirty="0"/>
              <a:t>・犬を指示</a:t>
            </a:r>
            <a:r>
              <a:rPr lang="ja-JP" altLang="en-US" sz="2000" dirty="0" smtClean="0"/>
              <a:t>して宇宙人を倒します</a:t>
            </a:r>
            <a:endParaRPr lang="ja-JP" altLang="en-US" sz="2000" dirty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・制限時間</a:t>
            </a:r>
            <a:r>
              <a:rPr lang="ja-JP" altLang="en-US" sz="2000" dirty="0" smtClean="0"/>
              <a:t>まで生き残ればゲームクリアです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</a:t>
            </a:r>
            <a:r>
              <a:rPr kumimoji="1" lang="en-US" altLang="ja-JP" sz="2000" dirty="0" smtClean="0"/>
              <a:t>HP</a:t>
            </a:r>
            <a:r>
              <a:rPr kumimoji="1" lang="ja-JP" altLang="en-US" sz="2000" dirty="0" smtClean="0"/>
              <a:t>がなくなったらゲームオーバーです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・ステージによってギミックが</a:t>
            </a:r>
            <a:r>
              <a:rPr lang="ja-JP" altLang="en-US" sz="2000" dirty="0"/>
              <a:t>あります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・ステージは４個あります</a:t>
            </a:r>
            <a:endParaRPr kumimoji="1" lang="en-US" altLang="ja-JP" sz="2000" dirty="0" smtClean="0"/>
          </a:p>
          <a:p>
            <a:endParaRPr kumimoji="1" lang="en-US" altLang="ja-JP" sz="2000" dirty="0"/>
          </a:p>
          <a:p>
            <a:r>
              <a:rPr lang="ja-JP" altLang="en-US" sz="2000" dirty="0" smtClean="0"/>
              <a:t>・ステージクリア後にスコアが表示されます</a:t>
            </a:r>
            <a:endParaRPr lang="en-US" altLang="ja-JP" sz="20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335632" y="1201287"/>
            <a:ext cx="752000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200" u="sng" dirty="0" smtClean="0"/>
              <a:t>・犬</a:t>
            </a:r>
            <a:r>
              <a:rPr lang="ja-JP" altLang="en-US" sz="2200" u="sng" dirty="0"/>
              <a:t>を主人公にして</a:t>
            </a:r>
            <a:r>
              <a:rPr lang="ja-JP" altLang="en-US" sz="2200" u="sng" dirty="0" smtClean="0"/>
              <a:t>、エイリアン</a:t>
            </a:r>
            <a:r>
              <a:rPr lang="ja-JP" altLang="en-US" sz="2200" u="sng" dirty="0"/>
              <a:t>を倒し地球を守るゲーム</a:t>
            </a:r>
            <a:endParaRPr kumimoji="1" lang="ja-JP" altLang="en-US" sz="2200" u="sng" dirty="0"/>
          </a:p>
        </p:txBody>
      </p:sp>
      <p:sp>
        <p:nvSpPr>
          <p:cNvPr id="16" name="正方形/長方形 15"/>
          <p:cNvSpPr/>
          <p:nvPr/>
        </p:nvSpPr>
        <p:spPr>
          <a:xfrm>
            <a:off x="302821" y="284954"/>
            <a:ext cx="2784763" cy="7434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/>
          <p:cNvSpPr/>
          <p:nvPr/>
        </p:nvSpPr>
        <p:spPr>
          <a:xfrm>
            <a:off x="335632" y="1632174"/>
            <a:ext cx="10132467" cy="476794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162" y="4334256"/>
            <a:ext cx="2108391" cy="210312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373706">
            <a:off x="7986867" y="5413172"/>
            <a:ext cx="1108758" cy="105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48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/>
          <p:cNvSpPr txBox="1"/>
          <p:nvPr/>
        </p:nvSpPr>
        <p:spPr>
          <a:xfrm>
            <a:off x="172192" y="267195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 smtClean="0">
                <a:solidFill>
                  <a:srgbClr val="FF0000"/>
                </a:solidFill>
              </a:rPr>
              <a:t>ゲーム画面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148442" y="255319"/>
            <a:ext cx="2766950" cy="7184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/>
          <p:cNvPicPr>
            <a:picLocks noChangeAspect="1"/>
          </p:cNvPicPr>
          <p:nvPr/>
        </p:nvPicPr>
        <p:blipFill rotWithShape="1">
          <a:blip r:embed="rId2"/>
          <a:srcRect r="-811"/>
          <a:stretch/>
        </p:blipFill>
        <p:spPr>
          <a:xfrm>
            <a:off x="2908496" y="2039365"/>
            <a:ext cx="6683180" cy="3600000"/>
          </a:xfrm>
          <a:prstGeom prst="rect">
            <a:avLst/>
          </a:prstGeom>
        </p:spPr>
      </p:pic>
      <p:sp>
        <p:nvSpPr>
          <p:cNvPr id="4" name="正方形/長方形 3"/>
          <p:cNvSpPr/>
          <p:nvPr/>
        </p:nvSpPr>
        <p:spPr>
          <a:xfrm>
            <a:off x="3406420" y="2191765"/>
            <a:ext cx="996462" cy="3048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/>
          <p:cNvCxnSpPr/>
          <p:nvPr/>
        </p:nvCxnSpPr>
        <p:spPr>
          <a:xfrm>
            <a:off x="3381513" y="1792291"/>
            <a:ext cx="249838" cy="3994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9" name="テキスト ボックス 8"/>
          <p:cNvSpPr txBox="1"/>
          <p:nvPr/>
        </p:nvSpPr>
        <p:spPr>
          <a:xfrm>
            <a:off x="3464977" y="860905"/>
            <a:ext cx="41713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2"/>
                </a:solidFill>
              </a:rPr>
              <a:t>HP</a:t>
            </a:r>
            <a:r>
              <a:rPr kumimoji="1" lang="ja-JP" altLang="en-US" dirty="0" smtClean="0">
                <a:solidFill>
                  <a:schemeClr val="accent2"/>
                </a:solidFill>
              </a:rPr>
              <a:t>と最大</a:t>
            </a:r>
            <a:r>
              <a:rPr kumimoji="1" lang="en-US" altLang="ja-JP" dirty="0" smtClean="0">
                <a:solidFill>
                  <a:schemeClr val="accent2"/>
                </a:solidFill>
              </a:rPr>
              <a:t>HP</a:t>
            </a:r>
          </a:p>
          <a:p>
            <a:r>
              <a:rPr kumimoji="1" lang="ja-JP" altLang="en-US" dirty="0" smtClean="0"/>
              <a:t>敵から攻撃を</a:t>
            </a:r>
            <a:r>
              <a:rPr lang="ja-JP" altLang="en-US" dirty="0" smtClean="0"/>
              <a:t>食らうと</a:t>
            </a:r>
            <a:r>
              <a:rPr lang="en-US" altLang="ja-JP" dirty="0" smtClean="0"/>
              <a:t>-</a:t>
            </a:r>
            <a:r>
              <a:rPr lang="ja-JP" altLang="en-US" dirty="0" smtClean="0"/>
              <a:t>１０減り、</a:t>
            </a:r>
            <a:endParaRPr lang="en-US" altLang="ja-JP" dirty="0" smtClean="0"/>
          </a:p>
          <a:p>
            <a:r>
              <a:rPr lang="en-US" altLang="ja-JP" dirty="0" smtClean="0"/>
              <a:t>HP</a:t>
            </a:r>
            <a:r>
              <a:rPr lang="ja-JP" altLang="en-US" dirty="0" smtClean="0"/>
              <a:t>が０になったらゲームオーバーです</a:t>
            </a:r>
            <a:endParaRPr lang="en-US" altLang="ja-JP" dirty="0" smtClean="0"/>
          </a:p>
        </p:txBody>
      </p:sp>
      <p:sp>
        <p:nvSpPr>
          <p:cNvPr id="10" name="正方形/長方形 9"/>
          <p:cNvSpPr/>
          <p:nvPr/>
        </p:nvSpPr>
        <p:spPr>
          <a:xfrm>
            <a:off x="3381514" y="726766"/>
            <a:ext cx="4254798" cy="105746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/>
          <p:cNvSpPr/>
          <p:nvPr/>
        </p:nvSpPr>
        <p:spPr>
          <a:xfrm>
            <a:off x="3354249" y="2504621"/>
            <a:ext cx="1383323" cy="3048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/>
          <p:cNvCxnSpPr>
            <a:stCxn id="15" idx="3"/>
            <a:endCxn id="11" idx="1"/>
          </p:cNvCxnSpPr>
          <p:nvPr/>
        </p:nvCxnSpPr>
        <p:spPr>
          <a:xfrm flipV="1">
            <a:off x="2272028" y="2657021"/>
            <a:ext cx="1082221" cy="16058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4" name="テキスト ボックス 13"/>
          <p:cNvSpPr txBox="1"/>
          <p:nvPr/>
        </p:nvSpPr>
        <p:spPr>
          <a:xfrm>
            <a:off x="200682" y="3565536"/>
            <a:ext cx="21600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solidFill>
                  <a:schemeClr val="accent2"/>
                </a:solidFill>
              </a:rPr>
              <a:t>現在のスコア</a:t>
            </a:r>
            <a:endParaRPr kumimoji="1" lang="en-US" altLang="ja-JP" dirty="0" smtClean="0">
              <a:solidFill>
                <a:schemeClr val="accent2"/>
              </a:solidFill>
            </a:endParaRPr>
          </a:p>
          <a:p>
            <a:r>
              <a:rPr kumimoji="1" lang="ja-JP" altLang="en-US" dirty="0" smtClean="0"/>
              <a:t>玉を打つと</a:t>
            </a:r>
            <a:r>
              <a:rPr kumimoji="1" lang="en-US" altLang="ja-JP" dirty="0" smtClean="0"/>
              <a:t>-</a:t>
            </a:r>
            <a:r>
              <a:rPr kumimoji="1" lang="ja-JP" altLang="en-US" dirty="0" smtClean="0"/>
              <a:t>１０、</a:t>
            </a:r>
            <a:endParaRPr kumimoji="1" lang="en-US" altLang="ja-JP" dirty="0" smtClean="0"/>
          </a:p>
          <a:p>
            <a:r>
              <a:rPr lang="ja-JP" altLang="en-US" dirty="0"/>
              <a:t>玉</a:t>
            </a:r>
            <a:r>
              <a:rPr lang="ja-JP" altLang="en-US" dirty="0" smtClean="0"/>
              <a:t>が敵に当たると、</a:t>
            </a:r>
            <a:endParaRPr lang="en-US" altLang="ja-JP" dirty="0" smtClean="0"/>
          </a:p>
          <a:p>
            <a:r>
              <a:rPr kumimoji="1" lang="en-US" altLang="ja-JP" dirty="0" smtClean="0"/>
              <a:t>+</a:t>
            </a:r>
            <a:r>
              <a:rPr kumimoji="1" lang="ja-JP" altLang="en-US" dirty="0" smtClean="0"/>
              <a:t>１００加算</a:t>
            </a:r>
            <a:endParaRPr kumimoji="1" lang="en-US" altLang="ja-JP" dirty="0" smtClean="0"/>
          </a:p>
          <a:p>
            <a:r>
              <a:rPr lang="ja-JP" altLang="en-US" dirty="0" smtClean="0"/>
              <a:t>されます</a:t>
            </a:r>
            <a:endParaRPr kumimoji="1" lang="ja-JP" altLang="en-US" dirty="0"/>
          </a:p>
        </p:txBody>
      </p:sp>
      <p:sp>
        <p:nvSpPr>
          <p:cNvPr id="15" name="正方形/長方形 14"/>
          <p:cNvSpPr/>
          <p:nvPr/>
        </p:nvSpPr>
        <p:spPr>
          <a:xfrm>
            <a:off x="148442" y="3498419"/>
            <a:ext cx="2123586" cy="1528893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/>
          <p:cNvSpPr/>
          <p:nvPr/>
        </p:nvSpPr>
        <p:spPr>
          <a:xfrm>
            <a:off x="5743314" y="2039365"/>
            <a:ext cx="527539" cy="3048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/>
          <p:cNvCxnSpPr>
            <a:stCxn id="21" idx="1"/>
          </p:cNvCxnSpPr>
          <p:nvPr/>
        </p:nvCxnSpPr>
        <p:spPr>
          <a:xfrm flipH="1" flipV="1">
            <a:off x="6270854" y="2191765"/>
            <a:ext cx="3396324" cy="182750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テキスト ボックス 19"/>
          <p:cNvSpPr txBox="1"/>
          <p:nvPr/>
        </p:nvSpPr>
        <p:spPr>
          <a:xfrm>
            <a:off x="9854449" y="3498419"/>
            <a:ext cx="43396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>
                <a:solidFill>
                  <a:schemeClr val="accent2"/>
                </a:solidFill>
              </a:rPr>
              <a:t>残り時間</a:t>
            </a:r>
            <a:endParaRPr kumimoji="1" lang="en-US" altLang="ja-JP" dirty="0" smtClean="0">
              <a:solidFill>
                <a:schemeClr val="accent2"/>
              </a:solidFill>
            </a:endParaRPr>
          </a:p>
          <a:p>
            <a:r>
              <a:rPr lang="en-US" altLang="ja-JP" dirty="0" smtClean="0"/>
              <a:t>0</a:t>
            </a:r>
            <a:r>
              <a:rPr lang="ja-JP" altLang="en-US" dirty="0" smtClean="0"/>
              <a:t>になるまで</a:t>
            </a:r>
            <a:endParaRPr lang="en-US" altLang="ja-JP" dirty="0" smtClean="0"/>
          </a:p>
          <a:p>
            <a:r>
              <a:rPr lang="ja-JP" altLang="en-US" dirty="0" smtClean="0"/>
              <a:t>生き残っていたら</a:t>
            </a:r>
            <a:endParaRPr lang="en-US" altLang="ja-JP" dirty="0" smtClean="0"/>
          </a:p>
          <a:p>
            <a:r>
              <a:rPr kumimoji="1" lang="ja-JP" altLang="en-US" dirty="0" smtClean="0"/>
              <a:t>ゲームクリア</a:t>
            </a:r>
            <a:r>
              <a:rPr lang="ja-JP" altLang="en-US" dirty="0" smtClean="0"/>
              <a:t>です</a:t>
            </a:r>
            <a:r>
              <a:rPr kumimoji="1" lang="ja-JP" altLang="en-US" dirty="0" smtClean="0"/>
              <a:t>　　　　　　　　　　</a:t>
            </a:r>
            <a:endParaRPr kumimoji="1" lang="ja-JP" altLang="en-US" dirty="0"/>
          </a:p>
        </p:txBody>
      </p:sp>
      <p:sp>
        <p:nvSpPr>
          <p:cNvPr id="21" name="正方形/長方形 20"/>
          <p:cNvSpPr/>
          <p:nvPr/>
        </p:nvSpPr>
        <p:spPr>
          <a:xfrm>
            <a:off x="9667178" y="3419108"/>
            <a:ext cx="2249592" cy="120033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/>
          <p:cNvSpPr/>
          <p:nvPr/>
        </p:nvSpPr>
        <p:spPr>
          <a:xfrm>
            <a:off x="5824626" y="3258000"/>
            <a:ext cx="1113693" cy="136143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直線矢印コネクタ 28"/>
          <p:cNvCxnSpPr>
            <a:stCxn id="33" idx="0"/>
            <a:endCxn id="22" idx="2"/>
          </p:cNvCxnSpPr>
          <p:nvPr/>
        </p:nvCxnSpPr>
        <p:spPr>
          <a:xfrm flipV="1">
            <a:off x="6270853" y="4619438"/>
            <a:ext cx="110620" cy="18609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2" name="テキスト ボックス 31"/>
          <p:cNvSpPr txBox="1"/>
          <p:nvPr/>
        </p:nvSpPr>
        <p:spPr>
          <a:xfrm>
            <a:off x="5143322" y="6488668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>
                <a:solidFill>
                  <a:schemeClr val="accent2"/>
                </a:solidFill>
              </a:rPr>
              <a:t>操作するキャラクター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3" name="正方形/長方形 32"/>
          <p:cNvSpPr/>
          <p:nvPr/>
        </p:nvSpPr>
        <p:spPr>
          <a:xfrm>
            <a:off x="5024152" y="6480430"/>
            <a:ext cx="2493401" cy="369332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796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/>
          <p:cNvSpPr/>
          <p:nvPr/>
        </p:nvSpPr>
        <p:spPr>
          <a:xfrm>
            <a:off x="418565" y="1869210"/>
            <a:ext cx="7350604" cy="4695713"/>
          </a:xfrm>
          <a:prstGeom prst="rect">
            <a:avLst/>
          </a:prstGeom>
          <a:noFill/>
          <a:ln>
            <a:solidFill>
              <a:schemeClr val="tx1">
                <a:alpha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374904" y="347472"/>
            <a:ext cx="3429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>
                <a:solidFill>
                  <a:srgbClr val="FF0000"/>
                </a:solidFill>
              </a:rPr>
              <a:t>遊び方・説明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402336" y="338328"/>
            <a:ext cx="3145536" cy="722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上から見たマウスのイラスト | かわいいフリー素材集 いらすとや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348" y="3059832"/>
            <a:ext cx="2140857" cy="2963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キーボードのイラスト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352" y="2445605"/>
            <a:ext cx="3313879" cy="1579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テキスト ボックス 1"/>
          <p:cNvSpPr txBox="1"/>
          <p:nvPr/>
        </p:nvSpPr>
        <p:spPr>
          <a:xfrm>
            <a:off x="1370044" y="4418665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スペースキーで</a:t>
            </a:r>
            <a:r>
              <a:rPr lang="ja-JP" altLang="en-US" dirty="0" smtClean="0"/>
              <a:t>ジャンプ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613352" y="2005451"/>
            <a:ext cx="3155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Q</a:t>
            </a:r>
            <a:r>
              <a:rPr kumimoji="1" lang="ja-JP" altLang="en-US" dirty="0" smtClean="0"/>
              <a:t>キーで攻撃・移動切り替え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3940828" y="2239999"/>
            <a:ext cx="3961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マウスの右クリックを押したまま、</a:t>
            </a:r>
            <a:endParaRPr kumimoji="1" lang="en-US" altLang="ja-JP" dirty="0" smtClean="0"/>
          </a:p>
          <a:p>
            <a:r>
              <a:rPr kumimoji="1" lang="ja-JP" altLang="en-US" dirty="0" smtClean="0"/>
              <a:t>マウスの移動で</a:t>
            </a:r>
            <a:r>
              <a:rPr lang="ja-JP" altLang="en-US" dirty="0" smtClean="0"/>
              <a:t>視点移動</a:t>
            </a:r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8572168" y="493142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左クリックで</a:t>
            </a:r>
            <a:r>
              <a:rPr lang="ja-JP" altLang="en-US" dirty="0"/>
              <a:t>攻撃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830569" y="219383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左</a:t>
            </a:r>
            <a:r>
              <a:rPr lang="ja-JP" altLang="en-US" dirty="0" smtClean="0"/>
              <a:t>クリックでカーソルの位置に移動</a:t>
            </a:r>
            <a:endParaRPr kumimoji="1" lang="ja-JP" altLang="en-US" dirty="0"/>
          </a:p>
        </p:txBody>
      </p:sp>
      <p:sp>
        <p:nvSpPr>
          <p:cNvPr id="10" name="正方形/長方形 9"/>
          <p:cNvSpPr/>
          <p:nvPr/>
        </p:nvSpPr>
        <p:spPr>
          <a:xfrm>
            <a:off x="613352" y="2005451"/>
            <a:ext cx="3155031" cy="36252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/>
          <p:cNvSpPr/>
          <p:nvPr/>
        </p:nvSpPr>
        <p:spPr>
          <a:xfrm>
            <a:off x="978291" y="2879376"/>
            <a:ext cx="217464" cy="22723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矢印コネクタ 13"/>
          <p:cNvCxnSpPr>
            <a:stCxn id="10" idx="2"/>
          </p:cNvCxnSpPr>
          <p:nvPr/>
        </p:nvCxnSpPr>
        <p:spPr>
          <a:xfrm flipH="1">
            <a:off x="1242646" y="2367980"/>
            <a:ext cx="948222" cy="511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正方形/長方形 16"/>
          <p:cNvSpPr/>
          <p:nvPr/>
        </p:nvSpPr>
        <p:spPr>
          <a:xfrm>
            <a:off x="1290378" y="4407924"/>
            <a:ext cx="2679869" cy="380073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/>
          <p:cNvSpPr/>
          <p:nvPr/>
        </p:nvSpPr>
        <p:spPr>
          <a:xfrm>
            <a:off x="1602523" y="3645877"/>
            <a:ext cx="1562708" cy="193342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矢印コネクタ 18"/>
          <p:cNvCxnSpPr>
            <a:stCxn id="17" idx="0"/>
          </p:cNvCxnSpPr>
          <p:nvPr/>
        </p:nvCxnSpPr>
        <p:spPr>
          <a:xfrm flipH="1" flipV="1">
            <a:off x="2482069" y="3821418"/>
            <a:ext cx="148244" cy="586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>
            <a:stCxn id="6" idx="2"/>
          </p:cNvCxnSpPr>
          <p:nvPr/>
        </p:nvCxnSpPr>
        <p:spPr>
          <a:xfrm flipH="1">
            <a:off x="5003847" y="2886330"/>
            <a:ext cx="917482" cy="16098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正方形/長方形 26"/>
          <p:cNvSpPr/>
          <p:nvPr/>
        </p:nvSpPr>
        <p:spPr>
          <a:xfrm>
            <a:off x="3940827" y="2219468"/>
            <a:ext cx="3669493" cy="666862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/>
          <p:cNvSpPr/>
          <p:nvPr/>
        </p:nvSpPr>
        <p:spPr>
          <a:xfrm>
            <a:off x="402336" y="1288298"/>
            <a:ext cx="2465558" cy="552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374904" y="1288298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FF00"/>
                </a:solidFill>
              </a:rPr>
              <a:t>常時の操作</a:t>
            </a:r>
            <a:endParaRPr kumimoji="1" lang="ja-JP" altLang="en-US" sz="3600" dirty="0">
              <a:solidFill>
                <a:srgbClr val="FFFF00"/>
              </a:solidFill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7792671" y="1286884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FF00"/>
                </a:solidFill>
              </a:rPr>
              <a:t>移動時の操作</a:t>
            </a:r>
            <a:endParaRPr kumimoji="1" lang="ja-JP" altLang="en-US" sz="3600" dirty="0">
              <a:solidFill>
                <a:srgbClr val="FFFF00"/>
              </a:solidFill>
            </a:endParaRPr>
          </a:p>
        </p:txBody>
      </p:sp>
      <p:sp>
        <p:nvSpPr>
          <p:cNvPr id="33" name="正方形/長方形 32"/>
          <p:cNvSpPr/>
          <p:nvPr/>
        </p:nvSpPr>
        <p:spPr>
          <a:xfrm>
            <a:off x="7763252" y="1209160"/>
            <a:ext cx="2919047" cy="629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0" name="Picture 2" descr="上から見たマウスのイラスト | かわいいフリー素材集 いらすとや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0201" y="2623678"/>
            <a:ext cx="984128" cy="1172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正方形/長方形 40"/>
          <p:cNvSpPr/>
          <p:nvPr/>
        </p:nvSpPr>
        <p:spPr>
          <a:xfrm>
            <a:off x="7941614" y="2193831"/>
            <a:ext cx="3664232" cy="369333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4887973" y="4150775"/>
            <a:ext cx="652205" cy="635643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/>
          <p:cNvSpPr/>
          <p:nvPr/>
        </p:nvSpPr>
        <p:spPr>
          <a:xfrm>
            <a:off x="9194987" y="2916473"/>
            <a:ext cx="249357" cy="342542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3" name="直線矢印コネクタ 42"/>
          <p:cNvCxnSpPr>
            <a:endCxn id="22" idx="1"/>
          </p:cNvCxnSpPr>
          <p:nvPr/>
        </p:nvCxnSpPr>
        <p:spPr>
          <a:xfrm>
            <a:off x="7949349" y="2563164"/>
            <a:ext cx="1245638" cy="524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6" name="正方形/長方形 45"/>
          <p:cNvSpPr/>
          <p:nvPr/>
        </p:nvSpPr>
        <p:spPr>
          <a:xfrm>
            <a:off x="7769169" y="1865856"/>
            <a:ext cx="4386694" cy="1955562"/>
          </a:xfrm>
          <a:prstGeom prst="rect">
            <a:avLst/>
          </a:prstGeom>
          <a:noFill/>
          <a:ln>
            <a:solidFill>
              <a:schemeClr val="tx1">
                <a:alpha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7792671" y="4010229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dirty="0" smtClean="0">
                <a:solidFill>
                  <a:srgbClr val="FFFF00"/>
                </a:solidFill>
              </a:rPr>
              <a:t>攻撃時の操作</a:t>
            </a:r>
            <a:endParaRPr kumimoji="1" lang="ja-JP" altLang="en-US" sz="3600" dirty="0">
              <a:solidFill>
                <a:srgbClr val="FFFF00"/>
              </a:solidFill>
            </a:endParaRPr>
          </a:p>
        </p:txBody>
      </p:sp>
      <p:sp>
        <p:nvSpPr>
          <p:cNvPr id="49" name="正方形/長方形 48"/>
          <p:cNvSpPr/>
          <p:nvPr/>
        </p:nvSpPr>
        <p:spPr>
          <a:xfrm>
            <a:off x="7763252" y="3932505"/>
            <a:ext cx="2919047" cy="629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0" name="Picture 2" descr="上から見たマウスのイラスト | かわいいフリー素材集 いらすとや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0201" y="5367183"/>
            <a:ext cx="984128" cy="1172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正方形/長方形 50"/>
          <p:cNvSpPr/>
          <p:nvPr/>
        </p:nvSpPr>
        <p:spPr>
          <a:xfrm>
            <a:off x="7769169" y="4583600"/>
            <a:ext cx="4386694" cy="1981323"/>
          </a:xfrm>
          <a:prstGeom prst="rect">
            <a:avLst/>
          </a:prstGeom>
          <a:noFill/>
          <a:ln>
            <a:solidFill>
              <a:schemeClr val="tx1">
                <a:alpha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2" name="直線矢印コネクタ 51"/>
          <p:cNvCxnSpPr/>
          <p:nvPr/>
        </p:nvCxnSpPr>
        <p:spPr>
          <a:xfrm>
            <a:off x="8572168" y="5275425"/>
            <a:ext cx="615084" cy="57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4" name="正方形/長方形 53"/>
          <p:cNvSpPr/>
          <p:nvPr/>
        </p:nvSpPr>
        <p:spPr>
          <a:xfrm>
            <a:off x="8572168" y="4906092"/>
            <a:ext cx="2031325" cy="369333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/>
          <p:cNvSpPr/>
          <p:nvPr/>
        </p:nvSpPr>
        <p:spPr>
          <a:xfrm>
            <a:off x="9117691" y="5644756"/>
            <a:ext cx="326653" cy="30862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8409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516</TotalTime>
  <Words>245</Words>
  <Application>Microsoft Office PowerPoint</Application>
  <PresentationFormat>ワイド画面</PresentationFormat>
  <Paragraphs>54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Arial</vt:lpstr>
      <vt:lpstr>Century Gothic</vt:lpstr>
      <vt:lpstr>Wingdings 3</vt:lpstr>
      <vt:lpstr>イオン</vt:lpstr>
      <vt:lpstr>わんわん 宇宙迎撃作戦 企画書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GA2A</cp:lastModifiedBy>
  <cp:revision>30</cp:revision>
  <dcterms:created xsi:type="dcterms:W3CDTF">2025-10-02T00:54:50Z</dcterms:created>
  <dcterms:modified xsi:type="dcterms:W3CDTF">2025-12-16T06:29:41Z</dcterms:modified>
</cp:coreProperties>
</file>